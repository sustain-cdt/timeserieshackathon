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8" r:id="rId5"/>
    <p:sldId id="259" r:id="rId6"/>
    <p:sldId id="264" r:id="rId7"/>
    <p:sldId id="260" r:id="rId8"/>
    <p:sldId id="265" r:id="rId9"/>
    <p:sldId id="266" r:id="rId10"/>
    <p:sldId id="274" r:id="rId11"/>
    <p:sldId id="261" r:id="rId12"/>
    <p:sldId id="271" r:id="rId13"/>
    <p:sldId id="262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A10B1-0D14-EA46-3024-3558AEC536E8}" v="270" dt="2026-04-20T07:33:33.772"/>
    <p1510:client id="{8905DE25-FB2F-2E14-4976-5695E422E494}" v="638" dt="2026-04-19T22:49:20.306"/>
    <p1510:client id="{E16BE460-0540-2AE3-1C25-F33A84EA61F7}" v="376" dt="2026-04-18T08:56:10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Beddows" userId="S::matbeddows@lincoln.ac.uk::3fdaf584-f874-4bc4-8250-f4618eda9002" providerId="AD" clId="Web-{E16BE460-0540-2AE3-1C25-F33A84EA61F7}"/>
    <pc:docChg chg="addSld delSld modSld sldOrd">
      <pc:chgData name="Matthew Beddows" userId="S::matbeddows@lincoln.ac.uk::3fdaf584-f874-4bc4-8250-f4618eda9002" providerId="AD" clId="Web-{E16BE460-0540-2AE3-1C25-F33A84EA61F7}" dt="2026-04-18T08:56:10.561" v="366" actId="20577"/>
      <pc:docMkLst>
        <pc:docMk/>
      </pc:docMkLst>
      <pc:sldChg chg="modSp">
        <pc:chgData name="Matthew Beddows" userId="S::matbeddows@lincoln.ac.uk::3fdaf584-f874-4bc4-8250-f4618eda9002" providerId="AD" clId="Web-{E16BE460-0540-2AE3-1C25-F33A84EA61F7}" dt="2026-04-18T08:26:09.355" v="0" actId="20577"/>
        <pc:sldMkLst>
          <pc:docMk/>
          <pc:sldMk cId="2530203960" sldId="259"/>
        </pc:sldMkLst>
        <pc:spChg chg="mod">
          <ac:chgData name="Matthew Beddows" userId="S::matbeddows@lincoln.ac.uk::3fdaf584-f874-4bc4-8250-f4618eda9002" providerId="AD" clId="Web-{E16BE460-0540-2AE3-1C25-F33A84EA61F7}" dt="2026-04-18T08:26:09.355" v="0" actId="20577"/>
          <ac:spMkLst>
            <pc:docMk/>
            <pc:sldMk cId="2530203960" sldId="259"/>
            <ac:spMk id="3" creationId="{05B6D69D-DA49-DB82-8FC6-0CB17EDC971C}"/>
          </ac:spMkLst>
        </pc:spChg>
      </pc:sldChg>
      <pc:sldChg chg="modSp">
        <pc:chgData name="Matthew Beddows" userId="S::matbeddows@lincoln.ac.uk::3fdaf584-f874-4bc4-8250-f4618eda9002" providerId="AD" clId="Web-{E16BE460-0540-2AE3-1C25-F33A84EA61F7}" dt="2026-04-18T08:45:58.768" v="248" actId="20577"/>
        <pc:sldMkLst>
          <pc:docMk/>
          <pc:sldMk cId="3422314971" sldId="260"/>
        </pc:sldMkLst>
        <pc:spChg chg="mod">
          <ac:chgData name="Matthew Beddows" userId="S::matbeddows@lincoln.ac.uk::3fdaf584-f874-4bc4-8250-f4618eda9002" providerId="AD" clId="Web-{E16BE460-0540-2AE3-1C25-F33A84EA61F7}" dt="2026-04-18T08:45:58.768" v="248" actId="20577"/>
          <ac:spMkLst>
            <pc:docMk/>
            <pc:sldMk cId="3422314971" sldId="260"/>
            <ac:spMk id="3" creationId="{BD0B22D0-6984-9041-25EA-4987D5CA4FD2}"/>
          </ac:spMkLst>
        </pc:spChg>
      </pc:sldChg>
      <pc:sldChg chg="modSp">
        <pc:chgData name="Matthew Beddows" userId="S::matbeddows@lincoln.ac.uk::3fdaf584-f874-4bc4-8250-f4618eda9002" providerId="AD" clId="Web-{E16BE460-0540-2AE3-1C25-F33A84EA61F7}" dt="2026-04-18T08:49:07.634" v="264" actId="20577"/>
        <pc:sldMkLst>
          <pc:docMk/>
          <pc:sldMk cId="3324938995" sldId="261"/>
        </pc:sldMkLst>
        <pc:spChg chg="mod">
          <ac:chgData name="Matthew Beddows" userId="S::matbeddows@lincoln.ac.uk::3fdaf584-f874-4bc4-8250-f4618eda9002" providerId="AD" clId="Web-{E16BE460-0540-2AE3-1C25-F33A84EA61F7}" dt="2026-04-18T08:49:07.634" v="264" actId="20577"/>
          <ac:spMkLst>
            <pc:docMk/>
            <pc:sldMk cId="3324938995" sldId="261"/>
            <ac:spMk id="2" creationId="{FFB96178-AE11-3A32-9A0F-CE1A59058A4F}"/>
          </ac:spMkLst>
        </pc:spChg>
      </pc:sldChg>
      <pc:sldChg chg="addSp modSp">
        <pc:chgData name="Matthew Beddows" userId="S::matbeddows@lincoln.ac.uk::3fdaf584-f874-4bc4-8250-f4618eda9002" providerId="AD" clId="Web-{E16BE460-0540-2AE3-1C25-F33A84EA61F7}" dt="2026-04-18T08:44:28.920" v="246"/>
        <pc:sldMkLst>
          <pc:docMk/>
          <pc:sldMk cId="3795090346" sldId="262"/>
        </pc:sldMkLst>
        <pc:graphicFrameChg chg="add mod modGraphic">
          <ac:chgData name="Matthew Beddows" userId="S::matbeddows@lincoln.ac.uk::3fdaf584-f874-4bc4-8250-f4618eda9002" providerId="AD" clId="Web-{E16BE460-0540-2AE3-1C25-F33A84EA61F7}" dt="2026-04-18T08:44:28.920" v="246"/>
          <ac:graphicFrameMkLst>
            <pc:docMk/>
            <pc:sldMk cId="3795090346" sldId="262"/>
            <ac:graphicFrameMk id="4" creationId="{212087C0-6B5E-B934-7F64-E810E1036404}"/>
          </ac:graphicFrameMkLst>
        </pc:graphicFrameChg>
      </pc:sldChg>
      <pc:sldChg chg="modSp">
        <pc:chgData name="Matthew Beddows" userId="S::matbeddows@lincoln.ac.uk::3fdaf584-f874-4bc4-8250-f4618eda9002" providerId="AD" clId="Web-{E16BE460-0540-2AE3-1C25-F33A84EA61F7}" dt="2026-04-18T08:28:15.333" v="9" actId="20577"/>
        <pc:sldMkLst>
          <pc:docMk/>
          <pc:sldMk cId="3787815692" sldId="264"/>
        </pc:sldMkLst>
        <pc:spChg chg="mod">
          <ac:chgData name="Matthew Beddows" userId="S::matbeddows@lincoln.ac.uk::3fdaf584-f874-4bc4-8250-f4618eda9002" providerId="AD" clId="Web-{E16BE460-0540-2AE3-1C25-F33A84EA61F7}" dt="2026-04-18T08:28:15.333" v="9" actId="20577"/>
          <ac:spMkLst>
            <pc:docMk/>
            <pc:sldMk cId="3787815692" sldId="264"/>
            <ac:spMk id="3" creationId="{DAF643EF-B4D8-D5F3-0EAC-90CEEA091741}"/>
          </ac:spMkLst>
        </pc:spChg>
      </pc:sldChg>
      <pc:sldChg chg="modSp">
        <pc:chgData name="Matthew Beddows" userId="S::matbeddows@lincoln.ac.uk::3fdaf584-f874-4bc4-8250-f4618eda9002" providerId="AD" clId="Web-{E16BE460-0540-2AE3-1C25-F33A84EA61F7}" dt="2026-04-18T08:49:03.899" v="263" actId="20577"/>
        <pc:sldMkLst>
          <pc:docMk/>
          <pc:sldMk cId="1863350029" sldId="265"/>
        </pc:sldMkLst>
        <pc:spChg chg="mod">
          <ac:chgData name="Matthew Beddows" userId="S::matbeddows@lincoln.ac.uk::3fdaf584-f874-4bc4-8250-f4618eda9002" providerId="AD" clId="Web-{E16BE460-0540-2AE3-1C25-F33A84EA61F7}" dt="2026-04-18T08:49:03.899" v="263" actId="20577"/>
          <ac:spMkLst>
            <pc:docMk/>
            <pc:sldMk cId="1863350029" sldId="265"/>
            <ac:spMk id="2" creationId="{B0EF6D80-4FE0-82A1-F9A8-EE5159DE01F0}"/>
          </ac:spMkLst>
        </pc:spChg>
      </pc:sldChg>
      <pc:sldChg chg="modSp">
        <pc:chgData name="Matthew Beddows" userId="S::matbeddows@lincoln.ac.uk::3fdaf584-f874-4bc4-8250-f4618eda9002" providerId="AD" clId="Web-{E16BE460-0540-2AE3-1C25-F33A84EA61F7}" dt="2026-04-18T08:48:46.649" v="258" actId="20577"/>
        <pc:sldMkLst>
          <pc:docMk/>
          <pc:sldMk cId="1964820853" sldId="266"/>
        </pc:sldMkLst>
        <pc:spChg chg="mod">
          <ac:chgData name="Matthew Beddows" userId="S::matbeddows@lincoln.ac.uk::3fdaf584-f874-4bc4-8250-f4618eda9002" providerId="AD" clId="Web-{E16BE460-0540-2AE3-1C25-F33A84EA61F7}" dt="2026-04-18T08:48:46.649" v="258" actId="20577"/>
          <ac:spMkLst>
            <pc:docMk/>
            <pc:sldMk cId="1964820853" sldId="266"/>
            <ac:spMk id="2" creationId="{5D3AFFA9-7E21-63CA-08E5-E163BAC3A242}"/>
          </ac:spMkLst>
        </pc:spChg>
        <pc:spChg chg="mod">
          <ac:chgData name="Matthew Beddows" userId="S::matbeddows@lincoln.ac.uk::3fdaf584-f874-4bc4-8250-f4618eda9002" providerId="AD" clId="Web-{E16BE460-0540-2AE3-1C25-F33A84EA61F7}" dt="2026-04-18T08:48:38.586" v="255" actId="20577"/>
          <ac:spMkLst>
            <pc:docMk/>
            <pc:sldMk cId="1964820853" sldId="266"/>
            <ac:spMk id="3" creationId="{768F3446-813F-626D-FF7A-F7B5D713D772}"/>
          </ac:spMkLst>
        </pc:spChg>
      </pc:sldChg>
      <pc:sldChg chg="modSp add ord replId">
        <pc:chgData name="Matthew Beddows" userId="S::matbeddows@lincoln.ac.uk::3fdaf584-f874-4bc4-8250-f4618eda9002" providerId="AD" clId="Web-{E16BE460-0540-2AE3-1C25-F33A84EA61F7}" dt="2026-04-18T08:27:37.190" v="7" actId="20577"/>
        <pc:sldMkLst>
          <pc:docMk/>
          <pc:sldMk cId="691219940" sldId="268"/>
        </pc:sldMkLst>
        <pc:spChg chg="mod">
          <ac:chgData name="Matthew Beddows" userId="S::matbeddows@lincoln.ac.uk::3fdaf584-f874-4bc4-8250-f4618eda9002" providerId="AD" clId="Web-{E16BE460-0540-2AE3-1C25-F33A84EA61F7}" dt="2026-04-18T08:27:37.190" v="7" actId="20577"/>
          <ac:spMkLst>
            <pc:docMk/>
            <pc:sldMk cId="691219940" sldId="268"/>
            <ac:spMk id="2" creationId="{7EB3618D-06F6-45BF-1A57-8139F2D902F9}"/>
          </ac:spMkLst>
        </pc:spChg>
      </pc:sldChg>
      <pc:sldChg chg="modSp new">
        <pc:chgData name="Matthew Beddows" userId="S::matbeddows@lincoln.ac.uk::3fdaf584-f874-4bc4-8250-f4618eda9002" providerId="AD" clId="Web-{E16BE460-0540-2AE3-1C25-F33A84EA61F7}" dt="2026-04-18T08:50:38.183" v="287" actId="20577"/>
        <pc:sldMkLst>
          <pc:docMk/>
          <pc:sldMk cId="1802328329" sldId="269"/>
        </pc:sldMkLst>
        <pc:spChg chg="mod">
          <ac:chgData name="Matthew Beddows" userId="S::matbeddows@lincoln.ac.uk::3fdaf584-f874-4bc4-8250-f4618eda9002" providerId="AD" clId="Web-{E16BE460-0540-2AE3-1C25-F33A84EA61F7}" dt="2026-04-18T08:50:38.183" v="287" actId="20577"/>
          <ac:spMkLst>
            <pc:docMk/>
            <pc:sldMk cId="1802328329" sldId="269"/>
            <ac:spMk id="2" creationId="{9D9FF3CA-0058-09B1-5113-66898F3D082A}"/>
          </ac:spMkLst>
        </pc:spChg>
        <pc:spChg chg="mod">
          <ac:chgData name="Matthew Beddows" userId="S::matbeddows@lincoln.ac.uk::3fdaf584-f874-4bc4-8250-f4618eda9002" providerId="AD" clId="Web-{E16BE460-0540-2AE3-1C25-F33A84EA61F7}" dt="2026-04-18T08:50:30.432" v="278" actId="20577"/>
          <ac:spMkLst>
            <pc:docMk/>
            <pc:sldMk cId="1802328329" sldId="269"/>
            <ac:spMk id="3" creationId="{52BF7B27-6AE6-1F7C-44B9-ED5E28B06693}"/>
          </ac:spMkLst>
        </pc:spChg>
      </pc:sldChg>
      <pc:sldChg chg="delSp modSp add ord replId">
        <pc:chgData name="Matthew Beddows" userId="S::matbeddows@lincoln.ac.uk::3fdaf584-f874-4bc4-8250-f4618eda9002" providerId="AD" clId="Web-{E16BE460-0540-2AE3-1C25-F33A84EA61F7}" dt="2026-04-18T08:56:10.561" v="366" actId="20577"/>
        <pc:sldMkLst>
          <pc:docMk/>
          <pc:sldMk cId="2280685016" sldId="270"/>
        </pc:sldMkLst>
        <pc:spChg chg="mod">
          <ac:chgData name="Matthew Beddows" userId="S::matbeddows@lincoln.ac.uk::3fdaf584-f874-4bc4-8250-f4618eda9002" providerId="AD" clId="Web-{E16BE460-0540-2AE3-1C25-F33A84EA61F7}" dt="2026-04-18T08:51:00.824" v="294" actId="20577"/>
          <ac:spMkLst>
            <pc:docMk/>
            <pc:sldMk cId="2280685016" sldId="270"/>
            <ac:spMk id="2" creationId="{AB4B0839-E2AD-B726-841B-6199DBC2F58B}"/>
          </ac:spMkLst>
        </pc:spChg>
        <pc:spChg chg="mod">
          <ac:chgData name="Matthew Beddows" userId="S::matbeddows@lincoln.ac.uk::3fdaf584-f874-4bc4-8250-f4618eda9002" providerId="AD" clId="Web-{E16BE460-0540-2AE3-1C25-F33A84EA61F7}" dt="2026-04-18T08:56:10.561" v="366" actId="20577"/>
          <ac:spMkLst>
            <pc:docMk/>
            <pc:sldMk cId="2280685016" sldId="270"/>
            <ac:spMk id="3" creationId="{3454FB43-17F4-1A9D-187F-14B31AF1B845}"/>
          </ac:spMkLst>
        </pc:spChg>
      </pc:sldChg>
    </pc:docChg>
  </pc:docChgLst>
  <pc:docChgLst>
    <pc:chgData name="Matthew Beddows" userId="S::matbeddows@lincoln.ac.uk::3fdaf584-f874-4bc4-8250-f4618eda9002" providerId="AD" clId="Web-{4A7E8269-ADE9-8D74-0AF5-9107EFAF3262}"/>
    <pc:docChg chg="mod addSld modSld sldOrd addMainMaster delMainMaster">
      <pc:chgData name="Matthew Beddows" userId="S::matbeddows@lincoln.ac.uk::3fdaf584-f874-4bc4-8250-f4618eda9002" providerId="AD" clId="Web-{4A7E8269-ADE9-8D74-0AF5-9107EFAF3262}" dt="2026-04-14T12:40:03.329" v="247" actId="20577"/>
      <pc:docMkLst>
        <pc:docMk/>
      </pc:docMkLst>
      <pc:sldChg chg="modSp mod modClrScheme chgLayout">
        <pc:chgData name="Matthew Beddows" userId="S::matbeddows@lincoln.ac.uk::3fdaf584-f874-4bc4-8250-f4618eda9002" providerId="AD" clId="Web-{4A7E8269-ADE9-8D74-0AF5-9107EFAF3262}" dt="2026-04-14T12:39:44.031" v="244"/>
        <pc:sldMkLst>
          <pc:docMk/>
          <pc:sldMk cId="109857222" sldId="256"/>
        </pc:sldMkLst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">
        <pc:chgData name="Matthew Beddows" userId="S::matbeddows@lincoln.ac.uk::3fdaf584-f874-4bc4-8250-f4618eda9002" providerId="AD" clId="Web-{4A7E8269-ADE9-8D74-0AF5-9107EFAF3262}" dt="2026-04-14T12:39:44.031" v="244"/>
        <pc:sldMkLst>
          <pc:docMk/>
          <pc:sldMk cId="644885822" sldId="257"/>
        </pc:sldMkLst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644885822" sldId="257"/>
            <ac:spMk id="2" creationId="{F26411D3-4A2A-41B6-8EEB-A81183711C63}"/>
          </ac:spMkLst>
        </pc:spChg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644885822" sldId="257"/>
            <ac:spMk id="3" creationId="{8337DA36-617C-1884-ED93-4B4A8DC068DC}"/>
          </ac:spMkLst>
        </pc:spChg>
      </pc:sldChg>
      <pc:sldChg chg="modSp add mod replId modClrScheme chgLayout">
        <pc:chgData name="Matthew Beddows" userId="S::matbeddows@lincoln.ac.uk::3fdaf584-f874-4bc4-8250-f4618eda9002" providerId="AD" clId="Web-{4A7E8269-ADE9-8D74-0AF5-9107EFAF3262}" dt="2026-04-14T12:39:44.031" v="244"/>
        <pc:sldMkLst>
          <pc:docMk/>
          <pc:sldMk cId="4146416112" sldId="258"/>
        </pc:sldMkLst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4146416112" sldId="258"/>
            <ac:spMk id="2" creationId="{26D60A2B-A502-B8D8-A348-D2763914B64E}"/>
          </ac:spMkLst>
        </pc:spChg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4146416112" sldId="258"/>
            <ac:spMk id="3" creationId="{8CCD32BF-A6B1-188C-873E-B433B8813E78}"/>
          </ac:spMkLst>
        </pc:spChg>
      </pc:sldChg>
      <pc:sldChg chg="modSp add mod replId modClrScheme chgLayout">
        <pc:chgData name="Matthew Beddows" userId="S::matbeddows@lincoln.ac.uk::3fdaf584-f874-4bc4-8250-f4618eda9002" providerId="AD" clId="Web-{4A7E8269-ADE9-8D74-0AF5-9107EFAF3262}" dt="2026-04-14T12:40:03.329" v="247" actId="20577"/>
        <pc:sldMkLst>
          <pc:docMk/>
          <pc:sldMk cId="2530203960" sldId="259"/>
        </pc:sldMkLst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2530203960" sldId="259"/>
            <ac:spMk id="2" creationId="{13C328C4-4789-57BA-D230-74CDCCFCC28D}"/>
          </ac:spMkLst>
        </pc:spChg>
        <pc:spChg chg="mod ord">
          <ac:chgData name="Matthew Beddows" userId="S::matbeddows@lincoln.ac.uk::3fdaf584-f874-4bc4-8250-f4618eda9002" providerId="AD" clId="Web-{4A7E8269-ADE9-8D74-0AF5-9107EFAF3262}" dt="2026-04-14T12:40:03.329" v="247" actId="20577"/>
          <ac:spMkLst>
            <pc:docMk/>
            <pc:sldMk cId="2530203960" sldId="259"/>
            <ac:spMk id="3" creationId="{05B6D69D-DA49-DB82-8FC6-0CB17EDC971C}"/>
          </ac:spMkLst>
        </pc:spChg>
      </pc:sldChg>
      <pc:sldChg chg="addSp modSp add mod replId modClrScheme chgLayout">
        <pc:chgData name="Matthew Beddows" userId="S::matbeddows@lincoln.ac.uk::3fdaf584-f874-4bc4-8250-f4618eda9002" providerId="AD" clId="Web-{4A7E8269-ADE9-8D74-0AF5-9107EFAF3262}" dt="2026-04-14T12:39:44.031" v="244"/>
        <pc:sldMkLst>
          <pc:docMk/>
          <pc:sldMk cId="3422314971" sldId="260"/>
        </pc:sldMkLst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3422314971" sldId="260"/>
            <ac:spMk id="2" creationId="{ACED88BF-A147-DDC9-5777-0CC8BBD0ED88}"/>
          </ac:spMkLst>
        </pc:spChg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3422314971" sldId="260"/>
            <ac:spMk id="3" creationId="{BD0B22D0-6984-9041-25EA-4987D5CA4FD2}"/>
          </ac:spMkLst>
        </pc:spChg>
        <pc:picChg chg="add mod">
          <ac:chgData name="Matthew Beddows" userId="S::matbeddows@lincoln.ac.uk::3fdaf584-f874-4bc4-8250-f4618eda9002" providerId="AD" clId="Web-{4A7E8269-ADE9-8D74-0AF5-9107EFAF3262}" dt="2026-04-14T09:59:54.825" v="158" actId="1076"/>
          <ac:picMkLst>
            <pc:docMk/>
            <pc:sldMk cId="3422314971" sldId="260"/>
            <ac:picMk id="4" creationId="{A7FA230F-31BF-73FB-5A80-5B2484E63FF2}"/>
          </ac:picMkLst>
        </pc:picChg>
      </pc:sldChg>
      <pc:sldChg chg="modSp add mod replId modClrScheme chgLayout">
        <pc:chgData name="Matthew Beddows" userId="S::matbeddows@lincoln.ac.uk::3fdaf584-f874-4bc4-8250-f4618eda9002" providerId="AD" clId="Web-{4A7E8269-ADE9-8D74-0AF5-9107EFAF3262}" dt="2026-04-14T12:39:44.031" v="244"/>
        <pc:sldMkLst>
          <pc:docMk/>
          <pc:sldMk cId="3324938995" sldId="261"/>
        </pc:sldMkLst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3324938995" sldId="261"/>
            <ac:spMk id="2" creationId="{FFB96178-AE11-3A32-9A0F-CE1A59058A4F}"/>
          </ac:spMkLst>
        </pc:spChg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3324938995" sldId="261"/>
            <ac:spMk id="3" creationId="{23461BED-A4CA-2A94-F99D-8AFFE529947D}"/>
          </ac:spMkLst>
        </pc:spChg>
      </pc:sldChg>
      <pc:sldChg chg="modSp add mod replId modClrScheme chgLayout">
        <pc:chgData name="Matthew Beddows" userId="S::matbeddows@lincoln.ac.uk::3fdaf584-f874-4bc4-8250-f4618eda9002" providerId="AD" clId="Web-{4A7E8269-ADE9-8D74-0AF5-9107EFAF3262}" dt="2026-04-14T12:39:44.031" v="244"/>
        <pc:sldMkLst>
          <pc:docMk/>
          <pc:sldMk cId="3795090346" sldId="262"/>
        </pc:sldMkLst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3795090346" sldId="262"/>
            <ac:spMk id="2" creationId="{55540DDF-933D-1925-533A-54E56B217EC7}"/>
          </ac:spMkLst>
        </pc:spChg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3795090346" sldId="262"/>
            <ac:spMk id="3" creationId="{98FC45A5-79D5-3328-A192-0BCD01F7F997}"/>
          </ac:spMkLst>
        </pc:spChg>
      </pc:sldChg>
      <pc:sldChg chg="modSp add mod replId modClrScheme chgLayout">
        <pc:chgData name="Matthew Beddows" userId="S::matbeddows@lincoln.ac.uk::3fdaf584-f874-4bc4-8250-f4618eda9002" providerId="AD" clId="Web-{4A7E8269-ADE9-8D74-0AF5-9107EFAF3262}" dt="2026-04-14T12:39:44.031" v="244"/>
        <pc:sldMkLst>
          <pc:docMk/>
          <pc:sldMk cId="3787815692" sldId="264"/>
        </pc:sldMkLst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3787815692" sldId="264"/>
            <ac:spMk id="2" creationId="{1ECF7A05-32C9-6579-9686-7FA4E209149F}"/>
          </ac:spMkLst>
        </pc:spChg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3787815692" sldId="264"/>
            <ac:spMk id="3" creationId="{DAF643EF-B4D8-D5F3-0EAC-90CEEA091741}"/>
          </ac:spMkLst>
        </pc:spChg>
      </pc:sldChg>
      <pc:sldChg chg="modSp add mod ord replId modClrScheme chgLayout">
        <pc:chgData name="Matthew Beddows" userId="S::matbeddows@lincoln.ac.uk::3fdaf584-f874-4bc4-8250-f4618eda9002" providerId="AD" clId="Web-{4A7E8269-ADE9-8D74-0AF5-9107EFAF3262}" dt="2026-04-14T12:39:44.031" v="244"/>
        <pc:sldMkLst>
          <pc:docMk/>
          <pc:sldMk cId="1863350029" sldId="265"/>
        </pc:sldMkLst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1863350029" sldId="265"/>
            <ac:spMk id="2" creationId="{B0EF6D80-4FE0-82A1-F9A8-EE5159DE01F0}"/>
          </ac:spMkLst>
        </pc:spChg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1863350029" sldId="265"/>
            <ac:spMk id="3" creationId="{F5DDCC29-76B2-3FC4-D230-ABC78EABF0A2}"/>
          </ac:spMkLst>
        </pc:spChg>
        <pc:picChg chg="mod">
          <ac:chgData name="Matthew Beddows" userId="S::matbeddows@lincoln.ac.uk::3fdaf584-f874-4bc4-8250-f4618eda9002" providerId="AD" clId="Web-{4A7E8269-ADE9-8D74-0AF5-9107EFAF3262}" dt="2026-04-14T12:31:02.273" v="213" actId="1076"/>
          <ac:picMkLst>
            <pc:docMk/>
            <pc:sldMk cId="1863350029" sldId="265"/>
            <ac:picMk id="5" creationId="{F17ED941-64F7-5A58-6B11-C85F5A0DF784}"/>
          </ac:picMkLst>
        </pc:picChg>
      </pc:sldChg>
      <pc:sldChg chg="addSp delSp modSp add mod replId modClrScheme chgLayout">
        <pc:chgData name="Matthew Beddows" userId="S::matbeddows@lincoln.ac.uk::3fdaf584-f874-4bc4-8250-f4618eda9002" providerId="AD" clId="Web-{4A7E8269-ADE9-8D74-0AF5-9107EFAF3262}" dt="2026-04-14T12:39:44.031" v="244"/>
        <pc:sldMkLst>
          <pc:docMk/>
          <pc:sldMk cId="1964820853" sldId="266"/>
        </pc:sldMkLst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1964820853" sldId="266"/>
            <ac:spMk id="2" creationId="{5D3AFFA9-7E21-63CA-08E5-E163BAC3A242}"/>
          </ac:spMkLst>
        </pc:spChg>
        <pc:spChg chg="mod ord">
          <ac:chgData name="Matthew Beddows" userId="S::matbeddows@lincoln.ac.uk::3fdaf584-f874-4bc4-8250-f4618eda9002" providerId="AD" clId="Web-{4A7E8269-ADE9-8D74-0AF5-9107EFAF3262}" dt="2026-04-14T12:39:44.031" v="244"/>
          <ac:spMkLst>
            <pc:docMk/>
            <pc:sldMk cId="1964820853" sldId="266"/>
            <ac:spMk id="3" creationId="{768F3446-813F-626D-FF7A-F7B5D713D772}"/>
          </ac:spMkLst>
        </pc:spChg>
        <pc:picChg chg="mod">
          <ac:chgData name="Matthew Beddows" userId="S::matbeddows@lincoln.ac.uk::3fdaf584-f874-4bc4-8250-f4618eda9002" providerId="AD" clId="Web-{4A7E8269-ADE9-8D74-0AF5-9107EFAF3262}" dt="2026-04-14T12:34:12.634" v="223" actId="1076"/>
          <ac:picMkLst>
            <pc:docMk/>
            <pc:sldMk cId="1964820853" sldId="266"/>
            <ac:picMk id="4" creationId="{B7EAFBE9-B9B5-1D13-565F-B464F9E85F0B}"/>
          </ac:picMkLst>
        </pc:picChg>
        <pc:picChg chg="add mod">
          <ac:chgData name="Matthew Beddows" userId="S::matbeddows@lincoln.ac.uk::3fdaf584-f874-4bc4-8250-f4618eda9002" providerId="AD" clId="Web-{4A7E8269-ADE9-8D74-0AF5-9107EFAF3262}" dt="2026-04-14T12:34:04.509" v="221" actId="1076"/>
          <ac:picMkLst>
            <pc:docMk/>
            <pc:sldMk cId="1964820853" sldId="266"/>
            <ac:picMk id="6" creationId="{920967DD-B1B6-A7BE-DF0B-A587A89D404B}"/>
          </ac:picMkLst>
        </pc:picChg>
      </pc:sldChg>
    </pc:docChg>
  </pc:docChgLst>
  <pc:docChgLst>
    <pc:chgData name="Matthew Beddows" userId="S::matbeddows@lincoln.ac.uk::3fdaf584-f874-4bc4-8250-f4618eda9002" providerId="AD" clId="Web-{26BA10B1-0D14-EA46-3024-3558AEC536E8}"/>
    <pc:docChg chg="addSld modSld sldOrd">
      <pc:chgData name="Matthew Beddows" userId="S::matbeddows@lincoln.ac.uk::3fdaf584-f874-4bc4-8250-f4618eda9002" providerId="AD" clId="Web-{26BA10B1-0D14-EA46-3024-3558AEC536E8}" dt="2026-04-20T07:33:33.772" v="257" actId="14100"/>
      <pc:docMkLst>
        <pc:docMk/>
      </pc:docMkLst>
      <pc:sldChg chg="modSp add replId">
        <pc:chgData name="Matthew Beddows" userId="S::matbeddows@lincoln.ac.uk::3fdaf584-f874-4bc4-8250-f4618eda9002" providerId="AD" clId="Web-{26BA10B1-0D14-EA46-3024-3558AEC536E8}" dt="2026-04-20T07:25:58.623" v="175" actId="20577"/>
        <pc:sldMkLst>
          <pc:docMk/>
          <pc:sldMk cId="3690329712" sldId="273"/>
        </pc:sldMkLst>
        <pc:spChg chg="mod">
          <ac:chgData name="Matthew Beddows" userId="S::matbeddows@lincoln.ac.uk::3fdaf584-f874-4bc4-8250-f4618eda9002" providerId="AD" clId="Web-{26BA10B1-0D14-EA46-3024-3558AEC536E8}" dt="2026-04-20T07:21:23.944" v="9" actId="20577"/>
          <ac:spMkLst>
            <pc:docMk/>
            <pc:sldMk cId="3690329712" sldId="273"/>
            <ac:spMk id="2" creationId="{48ED57F6-A8B9-5DCA-E9AD-28A1C23E96A4}"/>
          </ac:spMkLst>
        </pc:spChg>
        <pc:spChg chg="mod">
          <ac:chgData name="Matthew Beddows" userId="S::matbeddows@lincoln.ac.uk::3fdaf584-f874-4bc4-8250-f4618eda9002" providerId="AD" clId="Web-{26BA10B1-0D14-EA46-3024-3558AEC536E8}" dt="2026-04-20T07:25:58.623" v="175" actId="20577"/>
          <ac:spMkLst>
            <pc:docMk/>
            <pc:sldMk cId="3690329712" sldId="273"/>
            <ac:spMk id="3" creationId="{28078363-9921-8217-907C-5BEDE5FA995B}"/>
          </ac:spMkLst>
        </pc:spChg>
      </pc:sldChg>
      <pc:sldChg chg="addSp delSp modSp add ord replId">
        <pc:chgData name="Matthew Beddows" userId="S::matbeddows@lincoln.ac.uk::3fdaf584-f874-4bc4-8250-f4618eda9002" providerId="AD" clId="Web-{26BA10B1-0D14-EA46-3024-3558AEC536E8}" dt="2026-04-20T07:33:33.772" v="257" actId="14100"/>
        <pc:sldMkLst>
          <pc:docMk/>
          <pc:sldMk cId="2443152636" sldId="274"/>
        </pc:sldMkLst>
        <pc:spChg chg="mod">
          <ac:chgData name="Matthew Beddows" userId="S::matbeddows@lincoln.ac.uk::3fdaf584-f874-4bc4-8250-f4618eda9002" providerId="AD" clId="Web-{26BA10B1-0D14-EA46-3024-3558AEC536E8}" dt="2026-04-20T07:28:02.773" v="183" actId="20577"/>
          <ac:spMkLst>
            <pc:docMk/>
            <pc:sldMk cId="2443152636" sldId="274"/>
            <ac:spMk id="2" creationId="{386175BC-B8AB-7AFE-618C-2DF997F0457F}"/>
          </ac:spMkLst>
        </pc:spChg>
        <pc:spChg chg="mod">
          <ac:chgData name="Matthew Beddows" userId="S::matbeddows@lincoln.ac.uk::3fdaf584-f874-4bc4-8250-f4618eda9002" providerId="AD" clId="Web-{26BA10B1-0D14-EA46-3024-3558AEC536E8}" dt="2026-04-20T07:33:33.772" v="257" actId="14100"/>
          <ac:spMkLst>
            <pc:docMk/>
            <pc:sldMk cId="2443152636" sldId="274"/>
            <ac:spMk id="3" creationId="{FCB65AE2-69BF-72CD-D41E-8776A38A6DB5}"/>
          </ac:spMkLst>
        </pc:spChg>
        <pc:spChg chg="add del mod">
          <ac:chgData name="Matthew Beddows" userId="S::matbeddows@lincoln.ac.uk::3fdaf584-f874-4bc4-8250-f4618eda9002" providerId="AD" clId="Web-{26BA10B1-0D14-EA46-3024-3558AEC536E8}" dt="2026-04-20T07:32:37.911" v="239"/>
          <ac:spMkLst>
            <pc:docMk/>
            <pc:sldMk cId="2443152636" sldId="274"/>
            <ac:spMk id="5" creationId="{94E361FD-77C4-9DE0-B314-76108C2B0E18}"/>
          </ac:spMkLst>
        </pc:spChg>
        <pc:spChg chg="add mod">
          <ac:chgData name="Matthew Beddows" userId="S::matbeddows@lincoln.ac.uk::3fdaf584-f874-4bc4-8250-f4618eda9002" providerId="AD" clId="Web-{26BA10B1-0D14-EA46-3024-3558AEC536E8}" dt="2026-04-20T07:29:28.028" v="205" actId="1076"/>
          <ac:spMkLst>
            <pc:docMk/>
            <pc:sldMk cId="2443152636" sldId="274"/>
            <ac:spMk id="6" creationId="{6BB831F6-EE50-3100-137C-DA5385F681E1}"/>
          </ac:spMkLst>
        </pc:spChg>
        <pc:spChg chg="add mod">
          <ac:chgData name="Matthew Beddows" userId="S::matbeddows@lincoln.ac.uk::3fdaf584-f874-4bc4-8250-f4618eda9002" providerId="AD" clId="Web-{26BA10B1-0D14-EA46-3024-3558AEC536E8}" dt="2026-04-20T07:29:45.154" v="210" actId="14100"/>
          <ac:spMkLst>
            <pc:docMk/>
            <pc:sldMk cId="2443152636" sldId="274"/>
            <ac:spMk id="7" creationId="{2D5AE99A-1D83-A2DE-D931-8F49187F917A}"/>
          </ac:spMkLst>
        </pc:spChg>
        <pc:spChg chg="add mod">
          <ac:chgData name="Matthew Beddows" userId="S::matbeddows@lincoln.ac.uk::3fdaf584-f874-4bc4-8250-f4618eda9002" providerId="AD" clId="Web-{26BA10B1-0D14-EA46-3024-3558AEC536E8}" dt="2026-04-20T07:30:12.905" v="216" actId="1076"/>
          <ac:spMkLst>
            <pc:docMk/>
            <pc:sldMk cId="2443152636" sldId="274"/>
            <ac:spMk id="8" creationId="{C2C7161B-7566-580D-FBB4-5802E2C94FE1}"/>
          </ac:spMkLst>
        </pc:spChg>
        <pc:spChg chg="add mod">
          <ac:chgData name="Matthew Beddows" userId="S::matbeddows@lincoln.ac.uk::3fdaf584-f874-4bc4-8250-f4618eda9002" providerId="AD" clId="Web-{26BA10B1-0D14-EA46-3024-3558AEC536E8}" dt="2026-04-20T07:30:26.500" v="222" actId="1076"/>
          <ac:spMkLst>
            <pc:docMk/>
            <pc:sldMk cId="2443152636" sldId="274"/>
            <ac:spMk id="9" creationId="{EA5A7D91-DA59-C32A-1E15-37D59FB4FAC5}"/>
          </ac:spMkLst>
        </pc:spChg>
        <pc:spChg chg="add mod">
          <ac:chgData name="Matthew Beddows" userId="S::matbeddows@lincoln.ac.uk::3fdaf584-f874-4bc4-8250-f4618eda9002" providerId="AD" clId="Web-{26BA10B1-0D14-EA46-3024-3558AEC536E8}" dt="2026-04-20T07:30:45.516" v="230" actId="1076"/>
          <ac:spMkLst>
            <pc:docMk/>
            <pc:sldMk cId="2443152636" sldId="274"/>
            <ac:spMk id="10" creationId="{40EAF445-1EBE-EF12-0F13-7710FA3A47F0}"/>
          </ac:spMkLst>
        </pc:spChg>
        <pc:spChg chg="add del mod">
          <ac:chgData name="Matthew Beddows" userId="S::matbeddows@lincoln.ac.uk::3fdaf584-f874-4bc4-8250-f4618eda9002" providerId="AD" clId="Web-{26BA10B1-0D14-EA46-3024-3558AEC536E8}" dt="2026-04-20T07:32:34.599" v="238"/>
          <ac:spMkLst>
            <pc:docMk/>
            <pc:sldMk cId="2443152636" sldId="274"/>
            <ac:spMk id="11" creationId="{2B630F5E-040A-FBE4-EBDB-B9A26BED4C04}"/>
          </ac:spMkLst>
        </pc:spChg>
        <pc:picChg chg="del">
          <ac:chgData name="Matthew Beddows" userId="S::matbeddows@lincoln.ac.uk::3fdaf584-f874-4bc4-8250-f4618eda9002" providerId="AD" clId="Web-{26BA10B1-0D14-EA46-3024-3558AEC536E8}" dt="2026-04-20T07:28:06.648" v="184"/>
          <ac:picMkLst>
            <pc:docMk/>
            <pc:sldMk cId="2443152636" sldId="274"/>
            <ac:picMk id="4" creationId="{4AA447BB-03EF-D199-41DB-2917213233E6}"/>
          </ac:picMkLst>
        </pc:picChg>
        <pc:cxnChg chg="add mod">
          <ac:chgData name="Matthew Beddows" userId="S::matbeddows@lincoln.ac.uk::3fdaf584-f874-4bc4-8250-f4618eda9002" providerId="AD" clId="Web-{26BA10B1-0D14-EA46-3024-3558AEC536E8}" dt="2026-04-20T07:33:26.881" v="256"/>
          <ac:cxnSpMkLst>
            <pc:docMk/>
            <pc:sldMk cId="2443152636" sldId="274"/>
            <ac:cxnSpMk id="12" creationId="{36BB947A-B4BB-BC57-545A-CC55D54E6C35}"/>
          </ac:cxnSpMkLst>
        </pc:cxnChg>
      </pc:sldChg>
    </pc:docChg>
  </pc:docChgLst>
  <pc:docChgLst>
    <pc:chgData name="Matthew Beddows" userId="S::matbeddows@lincoln.ac.uk::3fdaf584-f874-4bc4-8250-f4618eda9002" providerId="AD" clId="Web-{8905DE25-FB2F-2E14-4976-5695E422E494}"/>
    <pc:docChg chg="mod addSld delSld modSld addMainMaster delMainMaster">
      <pc:chgData name="Matthew Beddows" userId="S::matbeddows@lincoln.ac.uk::3fdaf584-f874-4bc4-8250-f4618eda9002" providerId="AD" clId="Web-{8905DE25-FB2F-2E14-4976-5695E422E494}" dt="2026-04-19T22:49:20.306" v="633" actId="20577"/>
      <pc:docMkLst>
        <pc:docMk/>
      </pc:docMkLst>
      <pc:sldChg chg="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109857222" sldId="256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644885822" sldId="257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644885822" sldId="257"/>
            <ac:spMk id="2" creationId="{F26411D3-4A2A-41B6-8EEB-A81183711C63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644885822" sldId="257"/>
            <ac:spMk id="3" creationId="{8337DA36-617C-1884-ED93-4B4A8DC068DC}"/>
          </ac:spMkLst>
        </pc:sp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4146416112" sldId="258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4146416112" sldId="258"/>
            <ac:spMk id="2" creationId="{26D60A2B-A502-B8D8-A348-D2763914B64E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4146416112" sldId="258"/>
            <ac:spMk id="3" creationId="{8CCD32BF-A6B1-188C-873E-B433B8813E78}"/>
          </ac:spMkLst>
        </pc:sp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2530203960" sldId="259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2530203960" sldId="259"/>
            <ac:spMk id="2" creationId="{13C328C4-4789-57BA-D230-74CDCCFCC28D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2530203960" sldId="259"/>
            <ac:spMk id="3" creationId="{05B6D69D-DA49-DB82-8FC6-0CB17EDC971C}"/>
          </ac:spMkLst>
        </pc:sp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22:49:20.306" v="633" actId="20577"/>
        <pc:sldMkLst>
          <pc:docMk/>
          <pc:sldMk cId="3422314971" sldId="260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3422314971" sldId="260"/>
            <ac:spMk id="2" creationId="{ACED88BF-A147-DDC9-5777-0CC8BBD0ED88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22:49:20.306" v="633" actId="20577"/>
          <ac:spMkLst>
            <pc:docMk/>
            <pc:sldMk cId="3422314971" sldId="260"/>
            <ac:spMk id="3" creationId="{BD0B22D0-6984-9041-25EA-4987D5CA4FD2}"/>
          </ac:spMkLst>
        </pc:spChg>
      </pc:sldChg>
      <pc:sldChg chg="addSp 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3324938995" sldId="261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3324938995" sldId="261"/>
            <ac:spMk id="2" creationId="{FFB96178-AE11-3A32-9A0F-CE1A59058A4F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3324938995" sldId="261"/>
            <ac:spMk id="3" creationId="{23461BED-A4CA-2A94-F99D-8AFFE529947D}"/>
          </ac:spMkLst>
        </pc:spChg>
        <pc:picChg chg="add mod">
          <ac:chgData name="Matthew Beddows" userId="S::matbeddows@lincoln.ac.uk::3fdaf584-f874-4bc4-8250-f4618eda9002" providerId="AD" clId="Web-{8905DE25-FB2F-2E14-4976-5695E422E494}" dt="2026-04-19T19:08:40.421" v="16" actId="1076"/>
          <ac:picMkLst>
            <pc:docMk/>
            <pc:sldMk cId="3324938995" sldId="261"/>
            <ac:picMk id="4" creationId="{64B863DF-D34C-8B2A-7F47-465139E233D0}"/>
          </ac:picMkLst>
        </pc:picChg>
        <pc:picChg chg="add mod">
          <ac:chgData name="Matthew Beddows" userId="S::matbeddows@lincoln.ac.uk::3fdaf584-f874-4bc4-8250-f4618eda9002" providerId="AD" clId="Web-{8905DE25-FB2F-2E14-4976-5695E422E494}" dt="2026-04-19T19:09:18.195" v="19" actId="14100"/>
          <ac:picMkLst>
            <pc:docMk/>
            <pc:sldMk cId="3324938995" sldId="261"/>
            <ac:picMk id="5" creationId="{D95C73EE-696C-5F25-33EC-983A321F1C6D}"/>
          </ac:picMkLst>
        </pc:picChg>
        <pc:picChg chg="add mod">
          <ac:chgData name="Matthew Beddows" userId="S::matbeddows@lincoln.ac.uk::3fdaf584-f874-4bc4-8250-f4618eda9002" providerId="AD" clId="Web-{8905DE25-FB2F-2E14-4976-5695E422E494}" dt="2026-04-19T19:10:23.036" v="21" actId="1076"/>
          <ac:picMkLst>
            <pc:docMk/>
            <pc:sldMk cId="3324938995" sldId="261"/>
            <ac:picMk id="6" creationId="{90B35AD9-A75B-5C36-E1CE-F7F8D730D6EC}"/>
          </ac:picMkLst>
        </pc:picChg>
        <pc:picChg chg="add mod">
          <ac:chgData name="Matthew Beddows" userId="S::matbeddows@lincoln.ac.uk::3fdaf584-f874-4bc4-8250-f4618eda9002" providerId="AD" clId="Web-{8905DE25-FB2F-2E14-4976-5695E422E494}" dt="2026-04-19T19:11:24.326" v="23" actId="1076"/>
          <ac:picMkLst>
            <pc:docMk/>
            <pc:sldMk cId="3324938995" sldId="261"/>
            <ac:picMk id="7" creationId="{EB77DBDC-777F-367A-57A3-4F1232A5E8EC}"/>
          </ac:picMkLst>
        </pc:pic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3795090346" sldId="262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3795090346" sldId="262"/>
            <ac:spMk id="2" creationId="{55540DDF-933D-1925-533A-54E56B217EC7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3795090346" sldId="262"/>
            <ac:spMk id="3" creationId="{98FC45A5-79D5-3328-A192-0BCD01F7F997}"/>
          </ac:spMkLst>
        </pc:spChg>
        <pc:graphicFrameChg chg="mod modGraphic">
          <ac:chgData name="Matthew Beddows" userId="S::matbeddows@lincoln.ac.uk::3fdaf584-f874-4bc4-8250-f4618eda9002" providerId="AD" clId="Web-{8905DE25-FB2F-2E14-4976-5695E422E494}" dt="2026-04-19T19:19:55.627" v="374"/>
          <ac:graphicFrameMkLst>
            <pc:docMk/>
            <pc:sldMk cId="3795090346" sldId="262"/>
            <ac:graphicFrameMk id="4" creationId="{212087C0-6B5E-B934-7F64-E810E1036404}"/>
          </ac:graphicFrameMkLst>
        </pc:graphicFrameChg>
      </pc:sldChg>
      <pc:sldChg chg="modSp del mod modClrScheme chgLayout">
        <pc:chgData name="Matthew Beddows" userId="S::matbeddows@lincoln.ac.uk::3fdaf584-f874-4bc4-8250-f4618eda9002" providerId="AD" clId="Web-{8905DE25-FB2F-2E14-4976-5695E422E494}" dt="2026-04-19T22:49:01.103" v="627"/>
        <pc:sldMkLst>
          <pc:docMk/>
          <pc:sldMk cId="889765680" sldId="263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889765680" sldId="263"/>
            <ac:spMk id="2" creationId="{E1E2AE86-34C2-D589-7F1B-F715F3784D8D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22:48:50.306" v="612" actId="20577"/>
          <ac:spMkLst>
            <pc:docMk/>
            <pc:sldMk cId="889765680" sldId="263"/>
            <ac:spMk id="3" creationId="{CB3576B2-1E00-D912-1674-EC32F33EFBC3}"/>
          </ac:spMkLst>
        </pc:sp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3787815692" sldId="264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3787815692" sldId="264"/>
            <ac:spMk id="2" creationId="{1ECF7A05-32C9-6579-9686-7FA4E209149F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3787815692" sldId="264"/>
            <ac:spMk id="3" creationId="{DAF643EF-B4D8-D5F3-0EAC-90CEEA091741}"/>
          </ac:spMkLst>
        </pc:sp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1863350029" sldId="265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863350029" sldId="265"/>
            <ac:spMk id="2" creationId="{B0EF6D80-4FE0-82A1-F9A8-EE5159DE01F0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863350029" sldId="265"/>
            <ac:spMk id="3" creationId="{F5DDCC29-76B2-3FC4-D230-ABC78EABF0A2}"/>
          </ac:spMkLst>
        </pc:sp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1964820853" sldId="266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964820853" sldId="266"/>
            <ac:spMk id="2" creationId="{5D3AFFA9-7E21-63CA-08E5-E163BAC3A242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964820853" sldId="266"/>
            <ac:spMk id="3" creationId="{768F3446-813F-626D-FF7A-F7B5D713D772}"/>
          </ac:spMkLst>
        </pc:sp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691219940" sldId="268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691219940" sldId="268"/>
            <ac:spMk id="2" creationId="{7EB3618D-06F6-45BF-1A57-8139F2D902F9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691219940" sldId="268"/>
            <ac:spMk id="3" creationId="{EE4BA78C-1F89-BCE4-0C1E-779566FF88D1}"/>
          </ac:spMkLst>
        </pc:sp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19:20:40.487" v="379"/>
        <pc:sldMkLst>
          <pc:docMk/>
          <pc:sldMk cId="1802328329" sldId="269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802328329" sldId="269"/>
            <ac:spMk id="2" creationId="{9D9FF3CA-0058-09B1-5113-66898F3D082A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802328329" sldId="269"/>
            <ac:spMk id="3" creationId="{52BF7B27-6AE6-1F7C-44B9-ED5E28B06693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802328329" sldId="269"/>
            <ac:spMk id="4" creationId="{AB1212C8-E96F-4DE1-2D30-7D8F7A194819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802328329" sldId="269"/>
            <ac:spMk id="5" creationId="{218C93FA-457F-7525-FE8E-21AF70D1CCF1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1802328329" sldId="269"/>
            <ac:spMk id="6" creationId="{FDD973DE-23E0-9F8D-F70F-5BA2AEB4BD08}"/>
          </ac:spMkLst>
        </pc:spChg>
      </pc:sldChg>
      <pc:sldChg chg="modSp mod modClrScheme chgLayout">
        <pc:chgData name="Matthew Beddows" userId="S::matbeddows@lincoln.ac.uk::3fdaf584-f874-4bc4-8250-f4618eda9002" providerId="AD" clId="Web-{8905DE25-FB2F-2E14-4976-5695E422E494}" dt="2026-04-19T19:21:41.317" v="383" actId="20577"/>
        <pc:sldMkLst>
          <pc:docMk/>
          <pc:sldMk cId="2280685016" sldId="270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2280685016" sldId="270"/>
            <ac:spMk id="2" creationId="{AB4B0839-E2AD-B726-841B-6199DBC2F58B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1:41.317" v="383" actId="20577"/>
          <ac:spMkLst>
            <pc:docMk/>
            <pc:sldMk cId="2280685016" sldId="270"/>
            <ac:spMk id="3" creationId="{3454FB43-17F4-1A9D-187F-14B31AF1B845}"/>
          </ac:spMkLst>
        </pc:spChg>
      </pc:sldChg>
      <pc:sldChg chg="addSp delSp modSp add mod replId modClrScheme chgLayout">
        <pc:chgData name="Matthew Beddows" userId="S::matbeddows@lincoln.ac.uk::3fdaf584-f874-4bc4-8250-f4618eda9002" providerId="AD" clId="Web-{8905DE25-FB2F-2E14-4976-5695E422E494}" dt="2026-04-19T19:21:11.660" v="380" actId="20577"/>
        <pc:sldMkLst>
          <pc:docMk/>
          <pc:sldMk cId="56874224" sldId="271"/>
        </pc:sldMkLst>
        <pc:spChg chg="mod ord">
          <ac:chgData name="Matthew Beddows" userId="S::matbeddows@lincoln.ac.uk::3fdaf584-f874-4bc4-8250-f4618eda9002" providerId="AD" clId="Web-{8905DE25-FB2F-2E14-4976-5695E422E494}" dt="2026-04-19T19:20:40.487" v="379"/>
          <ac:spMkLst>
            <pc:docMk/>
            <pc:sldMk cId="56874224" sldId="271"/>
            <ac:spMk id="2" creationId="{91432517-A5F3-51C9-587B-1B0AE9324D0A}"/>
          </ac:spMkLst>
        </pc:spChg>
        <pc:spChg chg="mod ord">
          <ac:chgData name="Matthew Beddows" userId="S::matbeddows@lincoln.ac.uk::3fdaf584-f874-4bc4-8250-f4618eda9002" providerId="AD" clId="Web-{8905DE25-FB2F-2E14-4976-5695E422E494}" dt="2026-04-19T19:21:11.660" v="380" actId="20577"/>
          <ac:spMkLst>
            <pc:docMk/>
            <pc:sldMk cId="56874224" sldId="271"/>
            <ac:spMk id="3" creationId="{D3A167F9-A1F4-7B14-06AB-B9718B20F8A2}"/>
          </ac:spMkLst>
        </pc:spChg>
        <pc:graphicFrameChg chg="add del mod">
          <ac:chgData name="Matthew Beddows" userId="S::matbeddows@lincoln.ac.uk::3fdaf584-f874-4bc4-8250-f4618eda9002" providerId="AD" clId="Web-{8905DE25-FB2F-2E14-4976-5695E422E494}" dt="2026-04-19T19:07:46.402" v="6"/>
          <ac:graphicFrameMkLst>
            <pc:docMk/>
            <pc:sldMk cId="56874224" sldId="271"/>
            <ac:graphicFrameMk id="5" creationId="{9A5D95A2-419E-5B44-3410-C381E1636245}"/>
          </ac:graphicFrameMkLst>
        </pc:graphicFrameChg>
        <pc:graphicFrameChg chg="add del mod">
          <ac:chgData name="Matthew Beddows" userId="S::matbeddows@lincoln.ac.uk::3fdaf584-f874-4bc4-8250-f4618eda9002" providerId="AD" clId="Web-{8905DE25-FB2F-2E14-4976-5695E422E494}" dt="2026-04-19T19:07:53.621" v="8"/>
          <ac:graphicFrameMkLst>
            <pc:docMk/>
            <pc:sldMk cId="56874224" sldId="271"/>
            <ac:graphicFrameMk id="7" creationId="{DC0997B8-1BAD-F3FA-F541-35C80521224C}"/>
          </ac:graphicFrameMkLst>
        </pc:graphicFrameChg>
        <pc:picChg chg="add del mod">
          <ac:chgData name="Matthew Beddows" userId="S::matbeddows@lincoln.ac.uk::3fdaf584-f874-4bc4-8250-f4618eda9002" providerId="AD" clId="Web-{8905DE25-FB2F-2E14-4976-5695E422E494}" dt="2026-04-19T19:08:35.186" v="14"/>
          <ac:picMkLst>
            <pc:docMk/>
            <pc:sldMk cId="56874224" sldId="271"/>
            <ac:picMk id="8" creationId="{0AF21AD1-51BE-71F6-DD89-4AB328F720E9}"/>
          </ac:picMkLst>
        </pc:picChg>
      </pc:sldChg>
      <pc:sldChg chg="modSp add replId">
        <pc:chgData name="Matthew Beddows" userId="S::matbeddows@lincoln.ac.uk::3fdaf584-f874-4bc4-8250-f4618eda9002" providerId="AD" clId="Web-{8905DE25-FB2F-2E14-4976-5695E422E494}" dt="2026-04-19T19:29:57.184" v="609" actId="20577"/>
        <pc:sldMkLst>
          <pc:docMk/>
          <pc:sldMk cId="2341064180" sldId="272"/>
        </pc:sldMkLst>
        <pc:spChg chg="mod">
          <ac:chgData name="Matthew Beddows" userId="S::matbeddows@lincoln.ac.uk::3fdaf584-f874-4bc4-8250-f4618eda9002" providerId="AD" clId="Web-{8905DE25-FB2F-2E14-4976-5695E422E494}" dt="2026-04-19T19:22:51.383" v="393" actId="20577"/>
          <ac:spMkLst>
            <pc:docMk/>
            <pc:sldMk cId="2341064180" sldId="272"/>
            <ac:spMk id="2" creationId="{4EFF103C-2F91-952C-9671-D3EDF8028640}"/>
          </ac:spMkLst>
        </pc:spChg>
        <pc:spChg chg="mod">
          <ac:chgData name="Matthew Beddows" userId="S::matbeddows@lincoln.ac.uk::3fdaf584-f874-4bc4-8250-f4618eda9002" providerId="AD" clId="Web-{8905DE25-FB2F-2E14-4976-5695E422E494}" dt="2026-04-19T19:29:57.184" v="609" actId="20577"/>
          <ac:spMkLst>
            <pc:docMk/>
            <pc:sldMk cId="2341064180" sldId="272"/>
            <ac:spMk id="3" creationId="{01E83D5F-7A3E-A0A9-B90F-9EC61514A711}"/>
          </ac:spMkLst>
        </pc:spChg>
      </pc:sldChg>
      <pc:sldMasterChg chg="del delSldLayout">
        <pc:chgData name="Matthew Beddows" userId="S::matbeddows@lincoln.ac.uk::3fdaf584-f874-4bc4-8250-f4618eda9002" providerId="AD" clId="Web-{8905DE25-FB2F-2E14-4976-5695E422E494}" dt="2026-04-19T19:20:16.049" v="375"/>
        <pc:sldMasterMkLst>
          <pc:docMk/>
          <pc:sldMasterMk cId="1879439066" sldId="2147483672"/>
        </pc:sldMasterMkLst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1117968903" sldId="2147483673"/>
          </pc:sldLayoutMkLst>
        </pc:sldLayoutChg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592796512" sldId="2147483674"/>
          </pc:sldLayoutMkLst>
        </pc:sldLayoutChg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2126626229" sldId="2147483675"/>
          </pc:sldLayoutMkLst>
        </pc:sldLayoutChg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805378084" sldId="2147483676"/>
          </pc:sldLayoutMkLst>
        </pc:sldLayoutChg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1082283753" sldId="2147483677"/>
          </pc:sldLayoutMkLst>
        </pc:sldLayoutChg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1266156458" sldId="2147483678"/>
          </pc:sldLayoutMkLst>
        </pc:sldLayoutChg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1349343102" sldId="2147483679"/>
          </pc:sldLayoutMkLst>
        </pc:sldLayoutChg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2126203560" sldId="2147483680"/>
          </pc:sldLayoutMkLst>
        </pc:sldLayoutChg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2403633760" sldId="2147483681"/>
          </pc:sldLayoutMkLst>
        </pc:sldLayoutChg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1340060934" sldId="2147483682"/>
          </pc:sldLayoutMkLst>
        </pc:sldLayoutChg>
        <pc:sldLayoutChg chg="del">
          <pc:chgData name="Matthew Beddows" userId="S::matbeddows@lincoln.ac.uk::3fdaf584-f874-4bc4-8250-f4618eda9002" providerId="AD" clId="Web-{8905DE25-FB2F-2E14-4976-5695E422E494}" dt="2026-04-19T19:20:16.049" v="375"/>
          <pc:sldLayoutMkLst>
            <pc:docMk/>
            <pc:sldMasterMk cId="1879439066" sldId="2147483672"/>
            <pc:sldLayoutMk cId="151102638" sldId="2147483683"/>
          </pc:sldLayoutMkLst>
        </pc:sldLayoutChg>
      </pc:sldMasterChg>
      <pc:sldMasterChg chg="add del addSldLayout delSldLayout modSldLayout">
        <pc:chgData name="Matthew Beddows" userId="S::matbeddows@lincoln.ac.uk::3fdaf584-f874-4bc4-8250-f4618eda9002" providerId="AD" clId="Web-{8905DE25-FB2F-2E14-4976-5695E422E494}" dt="2026-04-19T19:20:20.565" v="376"/>
        <pc:sldMasterMkLst>
          <pc:docMk/>
          <pc:sldMasterMk cId="2812578073" sldId="2147483684"/>
        </pc:sldMasterMkLst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2935953109" sldId="2147483685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3213062665" sldId="2147483686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2341805951" sldId="2147483687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2160762870" sldId="2147483688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103938473" sldId="2147483689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916984173" sldId="2147483690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3829328497" sldId="2147483691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1884130428" sldId="2147483692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1079411324" sldId="2147483693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4283217594" sldId="2147483694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20.565" v="376"/>
          <pc:sldLayoutMkLst>
            <pc:docMk/>
            <pc:sldMasterMk cId="2812578073" sldId="2147483684"/>
            <pc:sldLayoutMk cId="972609899" sldId="2147483695"/>
          </pc:sldLayoutMkLst>
        </pc:sldLayoutChg>
      </pc:sldMasterChg>
      <pc:sldMasterChg chg="add del addSldLayout delSldLayout modSldLayout">
        <pc:chgData name="Matthew Beddows" userId="S::matbeddows@lincoln.ac.uk::3fdaf584-f874-4bc4-8250-f4618eda9002" providerId="AD" clId="Web-{8905DE25-FB2F-2E14-4976-5695E422E494}" dt="2026-04-19T19:20:30.159" v="377"/>
        <pc:sldMasterMkLst>
          <pc:docMk/>
          <pc:sldMasterMk cId="103988856" sldId="2147483696"/>
        </pc:sldMasterMkLst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1667045629" sldId="2147483697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1712691276" sldId="2147483698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777352508" sldId="2147483699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1925998641" sldId="2147483700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999062231" sldId="2147483701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2394469232" sldId="2147483702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260607272" sldId="2147483703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1331740154" sldId="2147483704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116249655" sldId="2147483705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3608079282" sldId="2147483706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0.159" v="377"/>
          <pc:sldLayoutMkLst>
            <pc:docMk/>
            <pc:sldMasterMk cId="103988856" sldId="2147483696"/>
            <pc:sldLayoutMk cId="3079760911" sldId="2147483707"/>
          </pc:sldLayoutMkLst>
        </pc:sldLayoutChg>
      </pc:sldMasterChg>
      <pc:sldMasterChg chg="add del addSldLayout delSldLayout modSldLayout">
        <pc:chgData name="Matthew Beddows" userId="S::matbeddows@lincoln.ac.uk::3fdaf584-f874-4bc4-8250-f4618eda9002" providerId="AD" clId="Web-{8905DE25-FB2F-2E14-4976-5695E422E494}" dt="2026-04-19T19:20:37.253" v="378"/>
        <pc:sldMasterMkLst>
          <pc:docMk/>
          <pc:sldMasterMk cId="2877621681" sldId="2147483708"/>
        </pc:sldMasterMkLst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2664776992" sldId="2147483709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4031788315" sldId="2147483710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1855488810" sldId="2147483711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2453930097" sldId="2147483712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933217823" sldId="2147483713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4142392774" sldId="2147483714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1795535109" sldId="2147483715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384359908" sldId="2147483716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2439628702" sldId="2147483717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3137091894" sldId="2147483718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37.253" v="378"/>
          <pc:sldLayoutMkLst>
            <pc:docMk/>
            <pc:sldMasterMk cId="2877621681" sldId="2147483708"/>
            <pc:sldLayoutMk cId="1546244063" sldId="2147483719"/>
          </pc:sldLayoutMkLst>
        </pc:sldLayoutChg>
      </pc:sldMasterChg>
      <pc:sldMasterChg chg="add del addSldLayout delSldLayout modSldLayout">
        <pc:chgData name="Matthew Beddows" userId="S::matbeddows@lincoln.ac.uk::3fdaf584-f874-4bc4-8250-f4618eda9002" providerId="AD" clId="Web-{8905DE25-FB2F-2E14-4976-5695E422E494}" dt="2026-04-19T19:20:40.487" v="379"/>
        <pc:sldMasterMkLst>
          <pc:docMk/>
          <pc:sldMasterMk cId="1759882343" sldId="2147483720"/>
        </pc:sldMasterMkLst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4005684272" sldId="2147483721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886911688" sldId="2147483722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2830046736" sldId="2147483723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525065135" sldId="2147483724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2389455249" sldId="2147483725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3547496320" sldId="2147483726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2369423245" sldId="2147483727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4124438816" sldId="2147483728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3007635088" sldId="2147483729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1863985155" sldId="2147483730"/>
          </pc:sldLayoutMkLst>
        </pc:sldLayoutChg>
        <pc:sldLayoutChg chg="add del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1759882343" sldId="2147483720"/>
            <pc:sldLayoutMk cId="2031950430" sldId="2147483731"/>
          </pc:sldLayoutMkLst>
        </pc:sldLayoutChg>
      </pc:sldMasterChg>
      <pc:sldMasterChg chg="add addSldLayout modSldLayout">
        <pc:chgData name="Matthew Beddows" userId="S::matbeddows@lincoln.ac.uk::3fdaf584-f874-4bc4-8250-f4618eda9002" providerId="AD" clId="Web-{8905DE25-FB2F-2E14-4976-5695E422E494}" dt="2026-04-19T19:20:40.487" v="379"/>
        <pc:sldMasterMkLst>
          <pc:docMk/>
          <pc:sldMasterMk cId="748014219" sldId="2147483732"/>
        </pc:sldMasterMkLst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2803415092" sldId="2147483733"/>
          </pc:sldLayoutMkLst>
        </pc:sldLayoutChg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3386267614" sldId="2147483734"/>
          </pc:sldLayoutMkLst>
        </pc:sldLayoutChg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3279252274" sldId="2147483735"/>
          </pc:sldLayoutMkLst>
        </pc:sldLayoutChg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1867238575" sldId="2147483736"/>
          </pc:sldLayoutMkLst>
        </pc:sldLayoutChg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3454405475" sldId="2147483737"/>
          </pc:sldLayoutMkLst>
        </pc:sldLayoutChg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2858019411" sldId="2147483738"/>
          </pc:sldLayoutMkLst>
        </pc:sldLayoutChg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1880500064" sldId="2147483739"/>
          </pc:sldLayoutMkLst>
        </pc:sldLayoutChg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3377946706" sldId="2147483740"/>
          </pc:sldLayoutMkLst>
        </pc:sldLayoutChg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979735455" sldId="2147483741"/>
          </pc:sldLayoutMkLst>
        </pc:sldLayoutChg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4199643560" sldId="2147483742"/>
          </pc:sldLayoutMkLst>
        </pc:sldLayoutChg>
        <pc:sldLayoutChg chg="add mod replId">
          <pc:chgData name="Matthew Beddows" userId="S::matbeddows@lincoln.ac.uk::3fdaf584-f874-4bc4-8250-f4618eda9002" providerId="AD" clId="Web-{8905DE25-FB2F-2E14-4976-5695E422E494}" dt="2026-04-19T19:20:40.487" v="379"/>
          <pc:sldLayoutMkLst>
            <pc:docMk/>
            <pc:sldMasterMk cId="748014219" sldId="2147483732"/>
            <pc:sldLayoutMk cId="2914881364" sldId="214748374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41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26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25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23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40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01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0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94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73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4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881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01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USTAIN-CDT/TimeseriesHackatho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desktop/setup/install/windows-install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Spring Hackathon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11D3-4A2A-41B6-8EEB-A8118371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 Outcomes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7DA36-617C-1884-ED93-4B4A8DC06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Understand what Docker is and run a containerised web app</a:t>
            </a:r>
            <a:endParaRPr lang="en-US"/>
          </a:p>
          <a:p>
            <a:endParaRPr lang="en-GB"/>
          </a:p>
          <a:p>
            <a:r>
              <a:rPr lang="en-GB" dirty="0">
                <a:ea typeface="+mn-lt"/>
                <a:cs typeface="+mn-lt"/>
              </a:rPr>
              <a:t>Explore a React frontend and how it communicates with a Python </a:t>
            </a:r>
            <a:r>
              <a:rPr lang="en-GB">
                <a:ea typeface="+mn-lt"/>
                <a:cs typeface="+mn-lt"/>
              </a:rPr>
              <a:t>backend</a:t>
            </a:r>
          </a:p>
          <a:p>
            <a:endParaRPr lang="en-GB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Train and visualise a model of your </a:t>
            </a:r>
            <a:r>
              <a:rPr lang="en-GB">
                <a:ea typeface="+mn-lt"/>
                <a:cs typeface="+mn-lt"/>
              </a:rPr>
              <a:t>choice</a:t>
            </a:r>
            <a:r>
              <a:rPr lang="en-GB" dirty="0">
                <a:ea typeface="+mn-lt"/>
                <a:cs typeface="+mn-lt"/>
              </a:rPr>
              <a:t> on a timeseries problem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488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2B719-EBC3-850E-7C4F-BA33F302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60A2B-A502-B8D8-A348-D2763914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 Important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D32BF-A6B1-188C-873E-B433B8813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GB" dirty="0"/>
              <a:t>This is not a "</a:t>
            </a:r>
            <a:r>
              <a:rPr lang="en-GB"/>
              <a:t>competitive</a:t>
            </a:r>
            <a:r>
              <a:rPr lang="en-GB" dirty="0"/>
              <a:t>" hackathon</a:t>
            </a:r>
            <a:endParaRPr lang="en-US"/>
          </a:p>
          <a:p>
            <a:pPr marL="457200" indent="-457200"/>
            <a:endParaRPr lang="en-GB" dirty="0"/>
          </a:p>
          <a:p>
            <a:pPr marL="457200" indent="-457200"/>
            <a:r>
              <a:rPr lang="en-GB"/>
              <a:t>Have fun with it</a:t>
            </a:r>
            <a:endParaRPr lang="en-GB" dirty="0"/>
          </a:p>
          <a:p>
            <a:pPr marL="457200" indent="-457200"/>
            <a:endParaRPr lang="en-GB" dirty="0"/>
          </a:p>
          <a:p>
            <a:pPr marL="457200" indent="-457200"/>
            <a:r>
              <a:rPr lang="en-GB" dirty="0"/>
              <a:t>Limi</a:t>
            </a:r>
            <a:r>
              <a:rPr lang="en-GB"/>
              <a:t>t AI use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641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0AA34-29B0-D209-EDDE-851A8E41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3618D-06F6-45BF-1A57-8139F2D90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Tools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BA78C-1F89-BCE4-0C1E-779566FF8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21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B284D-52E6-79B4-C660-33903861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28C4-4789-57BA-D230-74CDCCFC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 What is Flask?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6D69D-DA49-DB82-8FC6-0CB17EDC9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A lightweight Python web server.</a:t>
            </a:r>
            <a:endParaRPr lang="en-GB" dirty="0">
              <a:ea typeface="+mn-lt"/>
              <a:cs typeface="+mn-lt"/>
            </a:endParaRPr>
          </a:p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It listens for requests from the browser and sends back data or pages.</a:t>
            </a:r>
          </a:p>
          <a:p>
            <a:pPr marL="457200" indent="-457200"/>
            <a:endParaRPr lang="en-GB" dirty="0">
              <a:ea typeface="+mn-lt"/>
              <a:cs typeface="+mn-lt"/>
            </a:endParaRPr>
          </a:p>
          <a:p>
            <a:pPr>
              <a:buNone/>
            </a:pPr>
            <a:r>
              <a:rPr lang="en-GB">
                <a:ea typeface="+mn-lt"/>
                <a:cs typeface="+mn-lt"/>
              </a:rPr>
              <a:t>@app.route("/")</a:t>
            </a:r>
            <a:endParaRPr lang="en-GB"/>
          </a:p>
          <a:p>
            <a:pPr>
              <a:buNone/>
            </a:pPr>
            <a:r>
              <a:rPr lang="en-GB">
                <a:ea typeface="+mn-lt"/>
                <a:cs typeface="+mn-lt"/>
              </a:rPr>
              <a:t>def index():</a:t>
            </a:r>
            <a:endParaRPr lang="en-GB"/>
          </a:p>
          <a:p>
            <a:pPr>
              <a:buNone/>
            </a:pPr>
            <a:r>
              <a:rPr lang="en-GB" dirty="0">
                <a:ea typeface="+mn-lt"/>
                <a:cs typeface="+mn-lt"/>
              </a:rPr>
              <a:t>    return </a:t>
            </a:r>
            <a:r>
              <a:rPr lang="en-GB" dirty="0" err="1">
                <a:ea typeface="+mn-lt"/>
                <a:cs typeface="+mn-lt"/>
              </a:rPr>
              <a:t>render_template</a:t>
            </a:r>
            <a:r>
              <a:rPr lang="en-GB" dirty="0">
                <a:ea typeface="+mn-lt"/>
                <a:cs typeface="+mn-lt"/>
              </a:rPr>
              <a:t>("index.html")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0203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E9D4-F156-A276-B1AD-D3AF46AC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F7A05-32C9-6579-9686-7FA4E209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 What is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43EF-B4D8-D5F3-0EAC-90CEEA091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>
                <a:ea typeface="+mn-lt"/>
                <a:cs typeface="+mn-lt"/>
              </a:rPr>
              <a:t>A JavaScript library for building user interfaces.</a:t>
            </a:r>
            <a:endParaRPr lang="en-GB"/>
          </a:p>
          <a:p>
            <a:pPr>
              <a:buNone/>
            </a:pPr>
            <a:endParaRPr lang="en-GB"/>
          </a:p>
          <a:p>
            <a:pPr>
              <a:buNone/>
            </a:pPr>
            <a:r>
              <a:rPr lang="en-GB">
                <a:ea typeface="+mn-lt"/>
                <a:cs typeface="+mn-lt"/>
              </a:rPr>
              <a:t>Instead of manually updating the page, you just update your data and React updates the</a:t>
            </a:r>
          </a:p>
          <a:p>
            <a:pPr>
              <a:buNone/>
            </a:pPr>
            <a:r>
              <a:rPr lang="en-GB">
                <a:ea typeface="+mn-lt"/>
                <a:cs typeface="+mn-lt"/>
              </a:rPr>
              <a:t>page automatically.</a:t>
            </a:r>
            <a:endParaRPr lang="en-GB"/>
          </a:p>
          <a:p>
            <a:pPr>
              <a:buNone/>
            </a:pPr>
            <a:endParaRPr lang="en-GB" dirty="0">
              <a:ea typeface="+mn-lt"/>
              <a:cs typeface="+mn-lt"/>
            </a:endParaRPr>
          </a:p>
          <a:p>
            <a:pPr>
              <a:buNone/>
            </a:pPr>
            <a:r>
              <a:rPr lang="en-GB" dirty="0" err="1">
                <a:ea typeface="+mn-lt"/>
                <a:cs typeface="+mn-lt"/>
              </a:rPr>
              <a:t>const</a:t>
            </a:r>
            <a:r>
              <a:rPr lang="en-GB" dirty="0">
                <a:ea typeface="+mn-lt"/>
                <a:cs typeface="+mn-lt"/>
              </a:rPr>
              <a:t> [results, </a:t>
            </a:r>
            <a:r>
              <a:rPr lang="en-GB" dirty="0" err="1">
                <a:ea typeface="+mn-lt"/>
                <a:cs typeface="+mn-lt"/>
              </a:rPr>
              <a:t>setResults</a:t>
            </a:r>
            <a:r>
              <a:rPr lang="en-GB" dirty="0">
                <a:ea typeface="+mn-lt"/>
                <a:cs typeface="+mn-lt"/>
              </a:rPr>
              <a:t>] = </a:t>
            </a:r>
            <a:r>
              <a:rPr lang="en-GB" dirty="0" err="1">
                <a:ea typeface="+mn-lt"/>
                <a:cs typeface="+mn-lt"/>
              </a:rPr>
              <a:t>useState</a:t>
            </a:r>
            <a:r>
              <a:rPr lang="en-GB" dirty="0">
                <a:ea typeface="+mn-lt"/>
                <a:cs typeface="+mn-lt"/>
              </a:rPr>
              <a:t>([]);</a:t>
            </a:r>
            <a:endParaRPr lang="en-GB" dirty="0"/>
          </a:p>
          <a:p>
            <a:pPr>
              <a:buNone/>
            </a:pPr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When results changes, the charts re-render — no extra code needed.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815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7AB4-D091-2EFE-5577-6F88A02B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88BF-A147-DDC9-5777-0CC8BBD0E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 </a:t>
            </a:r>
            <a:r>
              <a:rPr lang="en-GB"/>
              <a:t>What is Docker?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B22D0-6984-9041-25EA-4987D5CA4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A tool that packages your app and everything it needs to run into a single container.</a:t>
            </a:r>
          </a:p>
          <a:p>
            <a:endParaRPr lang="en-GB"/>
          </a:p>
          <a:p>
            <a:r>
              <a:rPr lang="en-GB">
                <a:ea typeface="+mn-lt"/>
                <a:cs typeface="+mn-lt"/>
              </a:rPr>
              <a:t>Think of it like a box — open it on any machine and it just works.</a:t>
            </a:r>
          </a:p>
          <a:p>
            <a:pPr marL="457200" indent="-457200"/>
            <a:endParaRPr lang="en-GB" dirty="0">
              <a:ea typeface="+mn-lt"/>
              <a:cs typeface="+mn-lt"/>
            </a:endParaRPr>
          </a:p>
          <a:p>
            <a:pPr marL="457200" indent="-457200"/>
            <a:r>
              <a:rPr lang="en-GB">
                <a:ea typeface="+mn-lt"/>
                <a:cs typeface="+mn-lt"/>
              </a:rPr>
              <a:t>Two main files</a:t>
            </a:r>
            <a:endParaRPr lang="en-GB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ea typeface="+mn-lt"/>
                <a:cs typeface="+mn-lt"/>
              </a:rPr>
              <a:t>A </a:t>
            </a:r>
            <a:r>
              <a:rPr lang="en-GB" dirty="0" err="1">
                <a:ea typeface="+mn-lt"/>
                <a:cs typeface="+mn-lt"/>
              </a:rPr>
              <a:t>Dockerfile</a:t>
            </a:r>
            <a:r>
              <a:rPr lang="en-GB">
                <a:ea typeface="+mn-lt"/>
                <a:cs typeface="+mn-lt"/>
              </a:rPr>
              <a:t> — instructions for building the container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ea typeface="+mn-lt"/>
                <a:cs typeface="+mn-lt"/>
              </a:rPr>
              <a:t>A docker-</a:t>
            </a:r>
            <a:r>
              <a:rPr lang="en-GB" dirty="0" err="1">
                <a:ea typeface="+mn-lt"/>
                <a:cs typeface="+mn-lt"/>
              </a:rPr>
              <a:t>compose.yml</a:t>
            </a:r>
            <a:r>
              <a:rPr lang="en-GB" dirty="0">
                <a:ea typeface="+mn-lt"/>
                <a:cs typeface="+mn-lt"/>
              </a:rPr>
              <a:t> — shortcut to run it</a:t>
            </a:r>
            <a:endParaRPr lang="en-GB"/>
          </a:p>
        </p:txBody>
      </p:sp>
      <p:pic>
        <p:nvPicPr>
          <p:cNvPr id="4" name="Picture 3" descr="Docker Logo, symbol, meaning, history, PNG, brand">
            <a:extLst>
              <a:ext uri="{FF2B5EF4-FFF2-40B4-BE49-F238E27FC236}">
                <a16:creationId xmlns:a16="http://schemas.microsoft.com/office/drawing/2014/main" id="{A7FA230F-31BF-73FB-5A80-5B2484E63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456" y="367194"/>
            <a:ext cx="27432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14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B7B08-6515-944C-997F-3F8178B8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6D80-4FE0-82A1-F9A8-EE5159DE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 </a:t>
            </a:r>
            <a:r>
              <a:rPr lang="en-GB" dirty="0" err="1">
                <a:ea typeface="+mj-lt"/>
                <a:cs typeface="+mj-lt"/>
              </a:rPr>
              <a:t>Dockerfile</a:t>
            </a:r>
            <a:r>
              <a:rPr lang="en-GB" dirty="0">
                <a:ea typeface="+mj-lt"/>
                <a:cs typeface="+mj-lt"/>
              </a:rPr>
              <a:t>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DCC29-76B2-3FC4-D230-ABC78EAB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A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Dockerfile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— instructions for building the container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</p:txBody>
      </p:sp>
      <p:pic>
        <p:nvPicPr>
          <p:cNvPr id="4" name="Picture 3" descr="Docker Logo, symbol, meaning, history, PNG, brand">
            <a:extLst>
              <a:ext uri="{FF2B5EF4-FFF2-40B4-BE49-F238E27FC236}">
                <a16:creationId xmlns:a16="http://schemas.microsoft.com/office/drawing/2014/main" id="{62547469-9602-6679-764E-88E2A98E9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456" y="367194"/>
            <a:ext cx="2743200" cy="1543050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17ED941-64F7-5A58-6B11-C85F5A0DF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28" y="2682292"/>
            <a:ext cx="7176655" cy="321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5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355BB-FD2C-25AD-C95D-AA19CEBB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FFA9-7E21-63CA-08E5-E163BAC3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 </a:t>
            </a:r>
            <a:r>
              <a:rPr lang="en-GB" dirty="0">
                <a:ea typeface="+mj-lt"/>
                <a:cs typeface="+mj-lt"/>
              </a:rPr>
              <a:t>docker-</a:t>
            </a:r>
            <a:r>
              <a:rPr lang="en-GB" dirty="0" err="1">
                <a:ea typeface="+mj-lt"/>
                <a:cs typeface="+mj-lt"/>
              </a:rPr>
              <a:t>compose.yml</a:t>
            </a:r>
            <a:r>
              <a:rPr lang="en-GB" dirty="0">
                <a:ea typeface="+mj-lt"/>
                <a:cs typeface="+mj-lt"/>
              </a:rPr>
              <a:t>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F3446-813F-626D-FF7A-F7B5D713D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A docker-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compose.yml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— shortcut to run it</a:t>
            </a:r>
            <a:endParaRPr lang="en-GB" dirty="0">
              <a:ea typeface="+mn-lt"/>
              <a:cs typeface="+mn-lt"/>
            </a:endParaRPr>
          </a:p>
        </p:txBody>
      </p:sp>
      <p:pic>
        <p:nvPicPr>
          <p:cNvPr id="4" name="Picture 3" descr="Docker Logo, symbol, meaning, history, PNG, brand">
            <a:extLst>
              <a:ext uri="{FF2B5EF4-FFF2-40B4-BE49-F238E27FC236}">
                <a16:creationId xmlns:a16="http://schemas.microsoft.com/office/drawing/2014/main" id="{B7EAFBE9-B9B5-1D13-565F-B464F9E85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456" y="367194"/>
            <a:ext cx="2743200" cy="154305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0967DD-B1B6-A7BE-DF0B-A587A89D4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3435494"/>
            <a:ext cx="7820891" cy="173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20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3542-BC81-019A-D374-B72C5A59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75BC-B8AB-7AFE-618C-2DF997F04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 </a:t>
            </a:r>
            <a:r>
              <a:rPr lang="en-GB" dirty="0">
                <a:ea typeface="+mj-lt"/>
                <a:cs typeface="+mj-lt"/>
              </a:rPr>
              <a:t>What is </a:t>
            </a:r>
            <a:r>
              <a:rPr lang="en-GB" dirty="0" err="1">
                <a:ea typeface="+mj-lt"/>
                <a:cs typeface="+mj-lt"/>
              </a:rPr>
              <a:t>XGBoost</a:t>
            </a:r>
            <a:r>
              <a:rPr lang="en-GB" dirty="0">
                <a:ea typeface="+mj-lt"/>
                <a:cs typeface="+mj-lt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65AE2-69BF-72CD-D41E-8776A38A6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66614"/>
            <a:ext cx="5900487" cy="464274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A powerful machine learning algorithm that builds many small decision trees, each one learning from the mistakes of the last.</a:t>
            </a:r>
          </a:p>
          <a:p>
            <a:endParaRPr lang="en-GB"/>
          </a:p>
          <a:p>
            <a:r>
              <a:rPr lang="en-GB">
                <a:ea typeface="+mn-lt"/>
                <a:cs typeface="+mn-lt"/>
              </a:rPr>
              <a:t>The result is a strong model built from many weak ones (known as boosting).</a:t>
            </a:r>
          </a:p>
          <a:p>
            <a:endParaRPr lang="en-GB"/>
          </a:p>
          <a:p>
            <a:r>
              <a:rPr lang="en-GB">
                <a:ea typeface="+mn-lt"/>
                <a:cs typeface="+mn-lt"/>
              </a:rPr>
              <a:t>One of the most popular algorithms for structured data.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831F6-EE50-3100-137C-DA5385F681E1}"/>
              </a:ext>
            </a:extLst>
          </p:cNvPr>
          <p:cNvSpPr txBox="1"/>
          <p:nvPr/>
        </p:nvSpPr>
        <p:spPr>
          <a:xfrm>
            <a:off x="7191963" y="1580444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Neue Haas Grotesk Text Pro"/>
                <a:ea typeface="Segoe UI"/>
                <a:cs typeface="Segoe UI"/>
              </a:rPr>
              <a:t>Sample: [feature0, feature1, feature2, feature3,feature4]</a:t>
            </a:r>
            <a:endParaRPr lang="en-GB" sz="1400"/>
          </a:p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AE99A-1D83-A2DE-D931-8F49187F917A}"/>
              </a:ext>
            </a:extLst>
          </p:cNvPr>
          <p:cNvSpPr txBox="1"/>
          <p:nvPr/>
        </p:nvSpPr>
        <p:spPr>
          <a:xfrm>
            <a:off x="9242778" y="2469444"/>
            <a:ext cx="10018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000000"/>
                </a:solidFill>
                <a:latin typeface="Neue Haas Grotesk Text Pro"/>
              </a:rPr>
              <a:t>Tree 1</a:t>
            </a:r>
            <a:endParaRPr lang="en-GB"/>
          </a:p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7161B-7566-580D-FBB4-5802E2C94FE1}"/>
              </a:ext>
            </a:extLst>
          </p:cNvPr>
          <p:cNvSpPr txBox="1"/>
          <p:nvPr/>
        </p:nvSpPr>
        <p:spPr>
          <a:xfrm>
            <a:off x="8678333" y="2789296"/>
            <a:ext cx="21307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000000"/>
                </a:solidFill>
                <a:latin typeface="Neue Haas Grotesk Text Pro"/>
              </a:rPr>
              <a:t>feature2 &gt; 0.5?</a:t>
            </a:r>
            <a:endParaRPr lang="en-GB"/>
          </a:p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A7D91-DA59-C32A-1E15-37D59FB4FAC5}"/>
              </a:ext>
            </a:extLst>
          </p:cNvPr>
          <p:cNvSpPr txBox="1"/>
          <p:nvPr/>
        </p:nvSpPr>
        <p:spPr>
          <a:xfrm>
            <a:off x="8076259" y="3222037"/>
            <a:ext cx="6020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000000"/>
                </a:solidFill>
                <a:latin typeface="Neue Haas Grotesk Text Pro"/>
              </a:rPr>
              <a:t>yes</a:t>
            </a:r>
            <a:endParaRPr lang="en-GB"/>
          </a:p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AF445-1EBE-EF12-0F13-7710FA3A47F0}"/>
              </a:ext>
            </a:extLst>
          </p:cNvPr>
          <p:cNvSpPr txBox="1"/>
          <p:nvPr/>
        </p:nvSpPr>
        <p:spPr>
          <a:xfrm>
            <a:off x="10498667" y="3165592"/>
            <a:ext cx="6161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000000"/>
                </a:solidFill>
                <a:latin typeface="Neue Haas Grotesk Text Pro"/>
              </a:rPr>
              <a:t>no</a:t>
            </a:r>
            <a:endParaRPr lang="en-GB"/>
          </a:p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BB947A-B4BB-BC57-545A-CC55D54E6C35}"/>
              </a:ext>
            </a:extLst>
          </p:cNvPr>
          <p:cNvCxnSpPr/>
          <p:nvPr/>
        </p:nvCxnSpPr>
        <p:spPr>
          <a:xfrm>
            <a:off x="9631845" y="1897065"/>
            <a:ext cx="5173" cy="47041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15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AC8F-F12D-877A-131E-B95083A5B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6178-AE11-3A32-9A0F-CE1A5905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 The data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61BED-A4CA-2A94-F99D-8AFFE5299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white grid with black letters&#10;&#10;AI-generated content may be incorrect.">
            <a:extLst>
              <a:ext uri="{FF2B5EF4-FFF2-40B4-BE49-F238E27FC236}">
                <a16:creationId xmlns:a16="http://schemas.microsoft.com/office/drawing/2014/main" id="{64B863DF-D34C-8B2A-7F47-465139E23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788131"/>
            <a:ext cx="11010900" cy="533400"/>
          </a:xfrm>
          <a:prstGeom prst="rect">
            <a:avLst/>
          </a:prstGeom>
        </p:spPr>
      </p:pic>
      <p:pic>
        <p:nvPicPr>
          <p:cNvPr id="5" name="Picture 4" descr="A close up of a word&#10;&#10;AI-generated content may be incorrect.">
            <a:extLst>
              <a:ext uri="{FF2B5EF4-FFF2-40B4-BE49-F238E27FC236}">
                <a16:creationId xmlns:a16="http://schemas.microsoft.com/office/drawing/2014/main" id="{D95C73EE-696C-5F25-33EC-983A321F1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36" y="2560994"/>
            <a:ext cx="5034873" cy="614417"/>
          </a:xfrm>
          <a:prstGeom prst="rect">
            <a:avLst/>
          </a:prstGeom>
        </p:spPr>
      </p:pic>
      <p:pic>
        <p:nvPicPr>
          <p:cNvPr id="6" name="Picture 5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90B35AD9-A75B-5C36-E1CE-F7F8D730D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08" y="3430016"/>
            <a:ext cx="6829425" cy="657225"/>
          </a:xfrm>
          <a:prstGeom prst="rect">
            <a:avLst/>
          </a:prstGeom>
        </p:spPr>
      </p:pic>
      <p:pic>
        <p:nvPicPr>
          <p:cNvPr id="7" name="Picture 6" descr="A close up of a number&#10;&#10;AI-generated content may be incorrect.">
            <a:extLst>
              <a:ext uri="{FF2B5EF4-FFF2-40B4-BE49-F238E27FC236}">
                <a16:creationId xmlns:a16="http://schemas.microsoft.com/office/drawing/2014/main" id="{EB77DBDC-777F-367A-57A3-4F1232A5E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53" y="4448870"/>
            <a:ext cx="101346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3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DF6B-0E00-43F7-EE2F-8801F0C7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2517-A5F3-51C9-587B-1B0AE932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 Direction?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167F9-A1F4-7B14-06AB-B9718B20F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/>
              <a:t>Does the amount of pesticide work as a good input for yield forecasting?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 we use temperature to help predict a countries rainfall, can this </a:t>
            </a:r>
            <a:r>
              <a:rPr lang="en-GB"/>
              <a:t>predicted</a:t>
            </a:r>
            <a:r>
              <a:rPr lang="en-GB" dirty="0"/>
              <a:t> data then be used as an input for a yield prediction model?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Does a model trained on global data perform better at predicting country X's </a:t>
            </a:r>
            <a:r>
              <a:rPr lang="en-GB"/>
              <a:t>yield rather </a:t>
            </a:r>
            <a:r>
              <a:rPr lang="en-GB" dirty="0"/>
              <a:t>than a model trained only on country X?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Is the above </a:t>
            </a:r>
            <a:r>
              <a:rPr lang="en-GB"/>
              <a:t>effected</a:t>
            </a:r>
            <a:r>
              <a:rPr lang="en-GB" dirty="0"/>
              <a:t> by model choice?</a:t>
            </a:r>
          </a:p>
        </p:txBody>
      </p:sp>
    </p:spTree>
    <p:extLst>
      <p:ext uri="{BB962C8B-B14F-4D97-AF65-F5344CB8AC3E}">
        <p14:creationId xmlns:p14="http://schemas.microsoft.com/office/powerpoint/2010/main" val="5687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9703-29DC-B443-D55F-629248B9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0DDF-933D-1925-533A-54E56B217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Groups!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C45A5-79D5-3328-A192-0BCD01F7F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2087C0-6B5E-B934-7F64-E810E1036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702234"/>
              </p:ext>
            </p:extLst>
          </p:nvPr>
        </p:nvGraphicFramePr>
        <p:xfrm>
          <a:off x="2011680" y="1557151"/>
          <a:ext cx="8168640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2684609775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4081218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noProof="0">
                          <a:solidFill>
                            <a:schemeClr val="tx1"/>
                          </a:solidFill>
                        </a:rPr>
                        <a:t>Group 1 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Jack Davis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 dirty="0" err="1">
                          <a:solidFill>
                            <a:schemeClr val="tx1"/>
                          </a:solidFill>
                        </a:rPr>
                        <a:t>Athinoulla</a:t>
                      </a:r>
                      <a:r>
                        <a:rPr lang="en-GB" sz="1800" u="none" strike="noStrike" noProof="0" dirty="0">
                          <a:solidFill>
                            <a:schemeClr val="tx1"/>
                          </a:solidFill>
                        </a:rPr>
                        <a:t> Konstantinou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James Nelson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Videsh Jagroo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 dirty="0">
                          <a:solidFill>
                            <a:schemeClr val="tx1"/>
                          </a:solidFill>
                        </a:rPr>
                        <a:t>Seyi </a:t>
                      </a:r>
                      <a:r>
                        <a:rPr lang="en-GB" sz="1800" u="none" strike="noStrike" noProof="0" dirty="0" err="1">
                          <a:solidFill>
                            <a:schemeClr val="tx1"/>
                          </a:solidFill>
                        </a:rPr>
                        <a:t>Ibigbemi</a:t>
                      </a:r>
                      <a:r>
                        <a:rPr lang="en-GB" sz="1800" u="none" strike="noStrike" noProof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Poppy Ferguson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noProof="0">
                          <a:solidFill>
                            <a:schemeClr val="tx1"/>
                          </a:solidFill>
                        </a:rPr>
                        <a:t>Group 2 </a:t>
                      </a:r>
                      <a:endParaRPr lang="en-GB" sz="1800" b="1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Dominik Bittner </a:t>
                      </a:r>
                      <a:endParaRPr lang="en-GB" sz="18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 dirty="0">
                          <a:solidFill>
                            <a:schemeClr val="tx1"/>
                          </a:solidFill>
                        </a:rPr>
                        <a:t>Becca Morrell-</a:t>
                      </a:r>
                      <a:r>
                        <a:rPr lang="en-GB" sz="1800" u="none" strike="noStrike" noProof="0" dirty="0" err="1">
                          <a:solidFill>
                            <a:schemeClr val="tx1"/>
                          </a:solidFill>
                        </a:rPr>
                        <a:t>Tomiczek</a:t>
                      </a:r>
                      <a:r>
                        <a:rPr lang="en-GB" sz="1800" u="none" strike="noStrike" noProof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 dirty="0" err="1">
                          <a:solidFill>
                            <a:schemeClr val="tx1"/>
                          </a:solidFill>
                        </a:rPr>
                        <a:t>Yiyuan</a:t>
                      </a:r>
                      <a:r>
                        <a:rPr lang="en-GB" sz="1800" u="none" strike="noStrike" noProof="0" dirty="0">
                          <a:solidFill>
                            <a:schemeClr val="tx1"/>
                          </a:solidFill>
                        </a:rPr>
                        <a:t> Wang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Jack MacKenzie </a:t>
                      </a:r>
                      <a:endParaRPr lang="en-GB" sz="18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John Callaghan </a:t>
                      </a:r>
                      <a:endParaRPr lang="en-GB" sz="18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Georgie Fletcher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181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noProof="0">
                          <a:solidFill>
                            <a:schemeClr val="tx1"/>
                          </a:solidFill>
                        </a:rPr>
                        <a:t>Group 3 </a:t>
                      </a:r>
                      <a:endParaRPr lang="en-GB" sz="1800" b="1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Aura Anderson-Ross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Alisa Holm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Arkan De Lomas </a:t>
                      </a:r>
                      <a:endParaRPr lang="en-GB" sz="18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Abena Nkansah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Albor Meha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noProof="0">
                          <a:solidFill>
                            <a:schemeClr val="tx1"/>
                          </a:solidFill>
                        </a:rPr>
                        <a:t>Group 4 </a:t>
                      </a:r>
                      <a:endParaRPr lang="en-GB" sz="1800" b="1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Villanelle O'Reilly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Lauren Gilman </a:t>
                      </a:r>
                      <a:endParaRPr lang="en-GB" sz="18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James Barnard </a:t>
                      </a:r>
                      <a:endParaRPr lang="en-GB" sz="18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Maddison Parkhouse </a:t>
                      </a:r>
                    </a:p>
                    <a:p>
                      <a:pPr lvl="0">
                        <a:buNone/>
                      </a:pPr>
                      <a:r>
                        <a:rPr lang="en-GB" sz="1800" u="none" strike="noStrike" noProof="0">
                          <a:solidFill>
                            <a:schemeClr val="tx1"/>
                          </a:solidFill>
                        </a:rPr>
                        <a:t>Adam Hale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134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090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FF3CA-0058-09B1-5113-66898F3D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F7B27-6AE6-1F7C-44B9-ED5E28B06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The repo:</a:t>
            </a:r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dirty="0">
                <a:ea typeface="+mn-lt"/>
                <a:cs typeface="+mn-lt"/>
                <a:hlinkClick r:id="rId2"/>
              </a:rPr>
              <a:t>SUSTAIN-CDT/TimeseriesHackathon: Timeseries Hackathon example project.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212C8-E96F-4DE1-2D30-7D8F7A19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226C3-9B95-4800-A3E8-77A89136B137}" type="datetime1"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C93FA-457F-7525-FE8E-21AF70D1C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973DE-23E0-9F8D-F70F-5BA2AEB4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328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7D8A4-507A-D657-90B2-7DFF7C70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B0839-E2AD-B726-841B-6199DBC2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to run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4FB43-17F4-1A9D-187F-14B31AF1B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Install docker on your 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computer</a:t>
            </a:r>
          </a:p>
          <a:p>
            <a:r>
              <a:rPr lang="en-GB" dirty="0">
                <a:ea typeface="+mn-lt"/>
                <a:cs typeface="+mn-lt"/>
                <a:hlinkClick r:id="rId2"/>
              </a:rPr>
              <a:t>Windows | Docker Docs</a:t>
            </a:r>
          </a:p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Make sure Docker is running</a:t>
            </a:r>
            <a:endParaRPr lang="en-GB" dirty="0">
              <a:ea typeface="+mn-lt"/>
              <a:cs typeface="+mn-lt"/>
            </a:endParaRPr>
          </a:p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Navigate to the folder in your console and run:</a:t>
            </a:r>
          </a:p>
          <a:p>
            <a:r>
              <a:rPr lang="en-GB">
                <a:ea typeface="+mn-lt"/>
                <a:cs typeface="+mn-lt"/>
              </a:rPr>
              <a:t>docker compose up –build</a:t>
            </a:r>
            <a:endParaRPr lang="en-GB" dirty="0">
              <a:ea typeface="+mn-lt"/>
              <a:cs typeface="+mn-lt"/>
            </a:endParaRPr>
          </a:p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In your browser go to</a:t>
            </a:r>
            <a:br>
              <a:rPr lang="en-GB" dirty="0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http://localhost:5000/</a:t>
            </a:r>
            <a:endParaRPr lang="en-GB" b="1">
              <a:ea typeface="+mn-lt"/>
              <a:cs typeface="+mn-lt"/>
            </a:endParaRPr>
          </a:p>
          <a:p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0685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C264F-B211-F1D1-9178-784893ED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103C-2F91-952C-9671-D3EDF8028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 I </a:t>
            </a:r>
            <a:r>
              <a:rPr lang="en-GB"/>
              <a:t>was you...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83D5F-7A3E-A0A9-B90F-9EC61514A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Study the example code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Create new routes and functions to test you understand how the app </a:t>
            </a:r>
            <a:r>
              <a:rPr lang="en-GB">
                <a:ea typeface="+mn-lt"/>
                <a:cs typeface="+mn-lt"/>
              </a:rPr>
              <a:t>functions</a:t>
            </a:r>
            <a:endParaRPr lang="en-GB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ea typeface="+mn-lt"/>
                <a:cs typeface="+mn-lt"/>
              </a:rPr>
              <a:t>Online </a:t>
            </a:r>
            <a:r>
              <a:rPr lang="en-GB" dirty="0" err="1">
                <a:ea typeface="+mn-lt"/>
                <a:cs typeface="+mn-lt"/>
              </a:rPr>
              <a:t>documenation</a:t>
            </a:r>
            <a:r>
              <a:rPr lang="en-GB" dirty="0">
                <a:ea typeface="+mn-lt"/>
                <a:cs typeface="+mn-lt"/>
              </a:rPr>
              <a:t> for Flask and React are fantastic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GB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Get the provided data working with the provided </a:t>
            </a:r>
            <a:r>
              <a:rPr lang="en-GB" dirty="0" err="1">
                <a:ea typeface="+mn-lt"/>
                <a:cs typeface="+mn-lt"/>
              </a:rPr>
              <a:t>XGBoost</a:t>
            </a:r>
            <a:r>
              <a:rPr lang="en-GB" dirty="0">
                <a:ea typeface="+mn-lt"/>
                <a:cs typeface="+mn-lt"/>
              </a:rPr>
              <a:t> model</a:t>
            </a:r>
          </a:p>
          <a:p>
            <a:endParaRPr lang="en-GB" dirty="0">
              <a:ea typeface="+mn-lt"/>
              <a:cs typeface="+mn-lt"/>
            </a:endParaRPr>
          </a:p>
          <a:p>
            <a:r>
              <a:rPr lang="en-GB" dirty="0" err="1">
                <a:ea typeface="+mn-lt"/>
                <a:cs typeface="+mn-lt"/>
              </a:rPr>
              <a:t>XGBoost</a:t>
            </a:r>
            <a:r>
              <a:rPr lang="en-GB" dirty="0">
                <a:ea typeface="+mn-lt"/>
                <a:cs typeface="+mn-lt"/>
              </a:rPr>
              <a:t> has no temporal awareness by default. It treats every row as an independent sample. Look at how it can be windowed, how does this affect </a:t>
            </a:r>
            <a:r>
              <a:rPr lang="en-GB" dirty="0" err="1">
                <a:ea typeface="+mn-lt"/>
                <a:cs typeface="+mn-lt"/>
              </a:rPr>
              <a:t>perfromance</a:t>
            </a:r>
          </a:p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Investigate other models Random Forest, LSTM, Timeseries transformer models, Moirai.</a:t>
            </a:r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1064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387F-0668-9B6F-272D-9327B6B4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D57F6-A8B9-5DCA-E9AD-28A1C23E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outcome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78363-9921-8217-907C-5BEDE5FA9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By the end of the week, we expe</a:t>
            </a:r>
            <a:r>
              <a:rPr lang="en-GB">
                <a:ea typeface="+mn-lt"/>
                <a:cs typeface="+mn-lt"/>
              </a:rPr>
              <a:t>ct</a:t>
            </a: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en-GB">
                <a:ea typeface="+mn-lt"/>
                <a:cs typeface="+mn-lt"/>
              </a:rPr>
              <a:t>The Web app using the provided data to create forecasts of any kind</a:t>
            </a:r>
          </a:p>
          <a:p>
            <a:pPr lvl="1"/>
            <a:r>
              <a:rPr lang="en-GB" dirty="0">
                <a:ea typeface="+mn-lt"/>
                <a:cs typeface="+mn-lt"/>
              </a:rPr>
              <a:t>Visuals of the </a:t>
            </a:r>
            <a:r>
              <a:rPr lang="en-GB" dirty="0" err="1">
                <a:ea typeface="+mn-lt"/>
                <a:cs typeface="+mn-lt"/>
              </a:rPr>
              <a:t>reults</a:t>
            </a:r>
            <a:r>
              <a:rPr lang="en-GB" dirty="0">
                <a:ea typeface="+mn-lt"/>
                <a:cs typeface="+mn-lt"/>
              </a:rPr>
              <a:t> presented on the web app</a:t>
            </a:r>
          </a:p>
          <a:p>
            <a:pPr lvl="1"/>
            <a:endParaRPr lang="en-GB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Any thing you try to explore which doesn’t work, or you didn’t finish, tell us!</a:t>
            </a:r>
          </a:p>
          <a:p>
            <a:pPr lvl="1"/>
            <a:r>
              <a:rPr lang="en-GB" dirty="0">
                <a:ea typeface="+mn-lt"/>
                <a:cs typeface="+mn-lt"/>
              </a:rPr>
              <a:t>It's interesting to hear the story and challenges faced</a:t>
            </a: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032971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VanillaVTI</vt:lpstr>
      <vt:lpstr>Spring Hackathon</vt:lpstr>
      <vt:lpstr> Outcomes</vt:lpstr>
      <vt:lpstr> Important information</vt:lpstr>
      <vt:lpstr>Tools</vt:lpstr>
      <vt:lpstr> What is Flask?</vt:lpstr>
      <vt:lpstr> What is React?</vt:lpstr>
      <vt:lpstr> What is Docker?</vt:lpstr>
      <vt:lpstr> Dockerfile </vt:lpstr>
      <vt:lpstr> docker-compose.yml </vt:lpstr>
      <vt:lpstr> What is XGBoost?</vt:lpstr>
      <vt:lpstr> The data</vt:lpstr>
      <vt:lpstr> Direction?</vt:lpstr>
      <vt:lpstr>Groups!</vt:lpstr>
      <vt:lpstr>Example Code</vt:lpstr>
      <vt:lpstr>How to run it</vt:lpstr>
      <vt:lpstr>If I was you...</vt:lpstr>
      <vt:lpstr>The outcome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339</cp:revision>
  <dcterms:created xsi:type="dcterms:W3CDTF">2026-04-09T10:55:10Z</dcterms:created>
  <dcterms:modified xsi:type="dcterms:W3CDTF">2026-04-20T07:33:36Z</dcterms:modified>
</cp:coreProperties>
</file>